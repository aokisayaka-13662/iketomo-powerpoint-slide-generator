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70" r:id="rId1"/>
  </p:sldMasterIdLst>
  <p:notesMasterIdLst>
    <p:notesMasterId r:id="rId6"/>
  </p:notesMasterIdLst>
  <p:sldIdLst>
    <p:sldId id="256" r:id="rId2"/>
    <p:sldId id="2146847385" r:id="rId3"/>
    <p:sldId id="141169598" r:id="rId4"/>
    <p:sldId id="141169601" r:id="rId5"/>
  </p:sldIdLst>
  <p:sldSz cx="12192000" cy="6858000"/>
  <p:notesSz cx="6858000" cy="93154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MHElA+SRnvz1sPBoZZQouPs7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B9EF76-7233-4295-BEEA-F5EF262F3A31}">
  <a:tblStyle styleId="{13B9EF76-7233-4295-BEEA-F5EF262F3A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6"/>
  </p:normalViewPr>
  <p:slideViewPr>
    <p:cSldViewPr snapToGrid="0" snapToObjects="1">
      <p:cViewPr varScale="1">
        <p:scale>
          <a:sx n="81" d="100"/>
          <a:sy n="81" d="100"/>
        </p:scale>
        <p:origin x="1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99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38" Type="http://schemas.openxmlformats.org/officeDocument/2006/relationships/viewProps" Target="viewProps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13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6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6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35000" y="1163638"/>
            <a:ext cx="5588000" cy="31448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83061"/>
            <a:ext cx="5486400" cy="366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8061"/>
            <a:ext cx="2971800" cy="46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848061"/>
            <a:ext cx="2971800" cy="46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 txBox="1">
            <a:spLocks noGrp="1"/>
          </p:cNvSpPr>
          <p:nvPr>
            <p:ph type="body" idx="1"/>
          </p:nvPr>
        </p:nvSpPr>
        <p:spPr>
          <a:xfrm>
            <a:off x="685800" y="4483061"/>
            <a:ext cx="5486400" cy="366795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48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 slide 01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6"/>
          <p:cNvSpPr txBox="1">
            <a:spLocks noGrp="1"/>
          </p:cNvSpPr>
          <p:nvPr>
            <p:ph type="ctrTitle"/>
          </p:nvPr>
        </p:nvSpPr>
        <p:spPr>
          <a:xfrm>
            <a:off x="304800" y="457200"/>
            <a:ext cx="70136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DM Mono"/>
              <a:buNone/>
              <a:defRPr sz="6933" baseline="0">
                <a:solidFill>
                  <a:schemeClr val="lt1"/>
                </a:solidFill>
                <a:latin typeface="DM Mono"/>
                <a:ea typeface="BIZ UDゴシック" panose="020B0400000000000000" pitchFamily="49" charset="-128"/>
                <a:cs typeface="DM Mono"/>
                <a:sym typeface="DM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0" name="Google Shape;10;p76"/>
          <p:cNvSpPr txBox="1">
            <a:spLocks noGrp="1"/>
          </p:cNvSpPr>
          <p:nvPr>
            <p:ph type="subTitle" idx="1"/>
          </p:nvPr>
        </p:nvSpPr>
        <p:spPr>
          <a:xfrm>
            <a:off x="304800" y="3194000"/>
            <a:ext cx="70136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DM Sans"/>
              <a:buNone/>
              <a:defRPr sz="2267" baseline="0">
                <a:solidFill>
                  <a:schemeClr val="lt1"/>
                </a:solidFill>
                <a:latin typeface="DM Sans"/>
                <a:ea typeface="BIZ UDPゴシック" panose="020B0400000000000000" pitchFamily="50" charset="-128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ja-JP" altLang="en-US"/>
              <a:t>マスター サブタイトルの書式設定</a:t>
            </a:r>
            <a:endParaRPr dirty="0"/>
          </a:p>
        </p:txBody>
      </p:sp>
      <p:pic>
        <p:nvPicPr>
          <p:cNvPr id="11" name="Google Shape;11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65920" y="0"/>
            <a:ext cx="56260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6140661"/>
            <a:ext cx="1342164" cy="46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1528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01" type="secHead">
  <p:cSld name="Section header 01">
    <p:bg>
      <p:bgPr>
        <a:solidFill>
          <a:srgbClr val="D4DFE4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8"/>
          <p:cNvSpPr txBox="1">
            <a:spLocks noGrp="1"/>
          </p:cNvSpPr>
          <p:nvPr>
            <p:ph type="title"/>
          </p:nvPr>
        </p:nvSpPr>
        <p:spPr>
          <a:xfrm>
            <a:off x="304799" y="2335834"/>
            <a:ext cx="11582433" cy="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Mono"/>
              <a:buNone/>
              <a:defRPr sz="4800" baseline="0">
                <a:latin typeface="DM Mono"/>
                <a:ea typeface="BIZ UDゴシック" panose="020B0400000000000000" pitchFamily="49" charset="-128"/>
                <a:cs typeface="DM Mono"/>
                <a:sym typeface="DM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1" name="Google Shape;21;p78"/>
          <p:cNvSpPr txBox="1">
            <a:spLocks noGrp="1"/>
          </p:cNvSpPr>
          <p:nvPr>
            <p:ph type="subTitle" idx="1"/>
          </p:nvPr>
        </p:nvSpPr>
        <p:spPr>
          <a:xfrm>
            <a:off x="304800" y="3778833"/>
            <a:ext cx="11582432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DM Sans"/>
              <a:buNone/>
              <a:defRPr sz="2267" baseline="0">
                <a:latin typeface="DM Sans"/>
                <a:ea typeface="BIZ UDPゴシック" panose="020B0400000000000000" pitchFamily="50" charset="-128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ja-JP" altLang="en-US"/>
              <a:t>マスター サブタイトルの書式設定</a:t>
            </a:r>
            <a:endParaRPr/>
          </a:p>
        </p:txBody>
      </p:sp>
      <p:pic>
        <p:nvPicPr>
          <p:cNvPr id="22" name="Google Shape;22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801" y="6321467"/>
            <a:ext cx="911196" cy="312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8"/>
          <p:cNvSpPr txBox="1"/>
          <p:nvPr/>
        </p:nvSpPr>
        <p:spPr>
          <a:xfrm>
            <a:off x="11500833" y="6487601"/>
            <a:ext cx="386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t>‹#›</a:t>
            </a:fld>
            <a:r>
              <a:rPr lang="en"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p78"/>
          <p:cNvSpPr txBox="1"/>
          <p:nvPr/>
        </p:nvSpPr>
        <p:spPr>
          <a:xfrm>
            <a:off x="4903821" y="6487600"/>
            <a:ext cx="2909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0C0C"/>
                </a:solidFill>
                <a:latin typeface="DM Sans"/>
                <a:ea typeface="DM Sans"/>
                <a:cs typeface="DM Sans"/>
                <a:sym typeface="DM Sans"/>
              </a:rPr>
              <a:t>Copyright </a:t>
            </a: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© 2024 Kyriba Corp. All rights reserved.</a:t>
            </a:r>
            <a:endParaRPr sz="800">
              <a:solidFill>
                <a:srgbClr val="0C0C0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501808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body 02">
  <p:cSld name="Headline and body 02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7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11582432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M Mono"/>
              <a:buNone/>
              <a:defRPr sz="2667" baseline="0">
                <a:latin typeface="DM Mono"/>
                <a:ea typeface="BIZ UDゴシック" panose="020B0400000000000000" pitchFamily="49" charset="-128"/>
                <a:cs typeface="DM Mono"/>
                <a:sym typeface="DM Mono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5" name="Google Shape;15;p77"/>
          <p:cNvSpPr txBox="1">
            <a:spLocks noGrp="1"/>
          </p:cNvSpPr>
          <p:nvPr>
            <p:ph type="body" idx="1"/>
          </p:nvPr>
        </p:nvSpPr>
        <p:spPr>
          <a:xfrm>
            <a:off x="304800" y="1536633"/>
            <a:ext cx="1158243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94728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M Sans"/>
              <a:buNone/>
              <a:defRPr sz="1733" baseline="0">
                <a:latin typeface="DM Sans"/>
                <a:ea typeface="BIZ UDPゴシック" panose="020B0400000000000000" pitchFamily="50" charset="-128"/>
                <a:cs typeface="DM Sans"/>
                <a:sym typeface="DM Sans"/>
              </a:defRPr>
            </a:lvl1pPr>
            <a:lvl2pPr marL="1219170" lvl="1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marL="1828754" lvl="2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marL="2438339" lvl="3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●"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marL="3047924" lvl="4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3657509" lvl="5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marL="4267093" lvl="6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●"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marL="4876678" lvl="7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marL="5486263" lvl="8" indent="-3809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Google Shape;16;p77"/>
          <p:cNvSpPr txBox="1"/>
          <p:nvPr/>
        </p:nvSpPr>
        <p:spPr>
          <a:xfrm>
            <a:off x="4903821" y="6487600"/>
            <a:ext cx="2909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0C0C"/>
                </a:solidFill>
                <a:latin typeface="DM Sans"/>
                <a:ea typeface="DM Sans"/>
                <a:cs typeface="DM Sans"/>
                <a:sym typeface="DM Sans"/>
              </a:rPr>
              <a:t>Copyright </a:t>
            </a:r>
            <a:r>
              <a:rPr lang="en" sz="800">
                <a:latin typeface="DM Sans"/>
                <a:ea typeface="DM Sans"/>
                <a:cs typeface="DM Sans"/>
                <a:sym typeface="DM Sans"/>
              </a:rPr>
              <a:t>© 2024 Kyriba Corp. All rights reserved.</a:t>
            </a:r>
            <a:endParaRPr sz="800">
              <a:solidFill>
                <a:srgbClr val="0C0C0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Google Shape;17;p77"/>
          <p:cNvSpPr txBox="1"/>
          <p:nvPr/>
        </p:nvSpPr>
        <p:spPr>
          <a:xfrm>
            <a:off x="11500833" y="6487601"/>
            <a:ext cx="386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t>‹#›</a:t>
            </a:fld>
            <a:r>
              <a:rPr lang="en"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" name="Google Shape;18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801" y="6321467"/>
            <a:ext cx="911196" cy="312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277872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5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11582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Mono Medium"/>
              <a:buNone/>
              <a:defRPr sz="2800" b="0" i="0" u="none" strike="noStrike" cap="none">
                <a:solidFill>
                  <a:schemeClr val="dk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 SemiBold"/>
              <a:buNone/>
              <a:defRPr sz="2800" b="0" i="0" u="none" strike="noStrike" cap="none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9pPr>
          </a:lstStyle>
          <a:p>
            <a:endParaRPr dirty="0"/>
          </a:p>
        </p:txBody>
      </p:sp>
      <p:sp>
        <p:nvSpPr>
          <p:cNvPr id="7" name="Google Shape;7;p75"/>
          <p:cNvSpPr txBox="1">
            <a:spLocks noGrp="1"/>
          </p:cNvSpPr>
          <p:nvPr>
            <p:ph type="body" idx="1"/>
          </p:nvPr>
        </p:nvSpPr>
        <p:spPr>
          <a:xfrm>
            <a:off x="304800" y="1536633"/>
            <a:ext cx="7010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sz="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28228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 baseline="0">
          <a:solidFill>
            <a:srgbClr val="000000"/>
          </a:solidFill>
          <a:latin typeface="+mj-lt"/>
          <a:ea typeface="BIZ UDゴシック" panose="020B0400000000000000" pitchFamily="49" charset="-128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 baseline="0">
          <a:solidFill>
            <a:srgbClr val="000000"/>
          </a:solidFill>
          <a:latin typeface="Arial"/>
          <a:ea typeface="BIZ UDPゴシック" panose="020B0400000000000000" pitchFamily="50" charset="-128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kumimoji="1"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5616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3024">
          <p15:clr>
            <a:srgbClr val="EA4335"/>
          </p15:clr>
        </p15:guide>
        <p15:guide id="5" pos="345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"/>
          <p:cNvSpPr txBox="1">
            <a:spLocks noGrp="1"/>
          </p:cNvSpPr>
          <p:nvPr>
            <p:ph type="ctrTitle"/>
          </p:nvPr>
        </p:nvSpPr>
        <p:spPr>
          <a:xfrm>
            <a:off x="304800" y="457200"/>
            <a:ext cx="7013600" cy="2736800"/>
          </a:xfrm>
          <a:noFill/>
          <a:ln>
            <a:noFill/>
          </a:ln>
        </p:spPr>
        <p:txBody>
          <a:bodyPr spcFirstLastPara="1" wrap="square" lIns="91425" tIns="45700" rIns="91425" bIns="0" anchor="t" anchorCtr="0">
            <a:normAutofit/>
          </a:bodyPr>
          <a:lstStyle/>
          <a:p>
            <a:pPr lvl="0"/>
            <a:r>
              <a:rPr lang="en-US" altLang="ja-JP" dirty="0"/>
              <a:t>Kyriba Training</a:t>
            </a:r>
            <a:br>
              <a:rPr lang="en-US" altLang="ja-JP" dirty="0"/>
            </a:br>
            <a:r>
              <a:rPr lang="en-US" altLang="ja-JP" dirty="0"/>
              <a:t>Document</a:t>
            </a:r>
            <a:endParaRPr lang="en-US" dirty="0"/>
          </a:p>
        </p:txBody>
      </p:sp>
      <p:sp>
        <p:nvSpPr>
          <p:cNvPr id="181" name="Google Shape;181;p1"/>
          <p:cNvSpPr txBox="1">
            <a:spLocks noGrp="1"/>
          </p:cNvSpPr>
          <p:nvPr>
            <p:ph type="subTitle" idx="1"/>
          </p:nvPr>
        </p:nvSpPr>
        <p:spPr>
          <a:xfrm>
            <a:off x="304800" y="3194000"/>
            <a:ext cx="7013600" cy="10568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altLang="ja-JP" dirty="0"/>
              <a:t>{</a:t>
            </a:r>
            <a:r>
              <a:rPr lang="en-US" altLang="ja-JP" dirty="0" err="1"/>
              <a:t>training_title</a:t>
            </a:r>
            <a:r>
              <a:rPr lang="en-US" altLang="ja-JP" dirty="0"/>
              <a:t>}</a:t>
            </a:r>
            <a:endParaRPr lang="ja-JP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84907BD-E7C4-4CE2-B04A-D7C418AA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32" cy="763600"/>
          </a:xfrm>
        </p:spPr>
        <p:txBody>
          <a:bodyPr>
            <a:normAutofit/>
          </a:bodyPr>
          <a:lstStyle/>
          <a:p>
            <a:r>
              <a:rPr lang="ja-JP" altLang="en-US" dirty="0"/>
              <a:t>目次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0E69373-162B-4FCC-B0E4-0558C674F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11468"/>
            <a:ext cx="4837461" cy="496615"/>
          </a:xfrm>
        </p:spPr>
        <p:txBody>
          <a:bodyPr/>
          <a:lstStyle/>
          <a:p>
            <a:r>
              <a:rPr lang="en-US" altLang="ja-JP" dirty="0"/>
              <a:t>{</a:t>
            </a:r>
            <a:r>
              <a:rPr lang="en-US" altLang="ja-JP" dirty="0" err="1"/>
              <a:t>agenda_list</a:t>
            </a:r>
            <a:r>
              <a:rPr lang="en-US" altLang="ja-JP" dirty="0"/>
              <a:t>}</a:t>
            </a:r>
          </a:p>
          <a:p>
            <a:endParaRPr lang="en-US" altLang="ja-JP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512E0F3-E1AE-AFFD-98F0-4475D29531B4}"/>
              </a:ext>
            </a:extLst>
          </p:cNvPr>
          <p:cNvCxnSpPr/>
          <p:nvPr/>
        </p:nvCxnSpPr>
        <p:spPr>
          <a:xfrm>
            <a:off x="6096000" y="1000760"/>
            <a:ext cx="9610" cy="515620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8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B3663-C153-0FA9-90AC-DEFB7A74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35834"/>
            <a:ext cx="11582433" cy="812500"/>
          </a:xfrm>
        </p:spPr>
        <p:txBody>
          <a:bodyPr/>
          <a:lstStyle/>
          <a:p>
            <a:r>
              <a:rPr lang="en-US" altLang="ja-JP" dirty="0"/>
              <a:t>{</a:t>
            </a:r>
            <a:r>
              <a:rPr lang="en-US" altLang="ja-JP" dirty="0" err="1"/>
              <a:t>section_title</a:t>
            </a:r>
            <a:r>
              <a:rPr lang="en-US" altLang="ja-JP" dirty="0"/>
              <a:t>}</a:t>
            </a:r>
            <a:endParaRPr lang="ja-JP" altLang="en-US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BAAAB6E6-3608-E191-5C17-D3B9CB1C2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244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591FC0-A05D-C754-DDAE-61F7A98F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{title}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537E4E-536C-EB86-98C3-2A5D2D42B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83" y="1063103"/>
            <a:ext cx="11582433" cy="4555200"/>
          </a:xfrm>
        </p:spPr>
        <p:txBody>
          <a:bodyPr/>
          <a:lstStyle/>
          <a:p>
            <a:r>
              <a:rPr lang="en-US" altLang="ja-JP" dirty="0"/>
              <a:t>{</a:t>
            </a:r>
            <a:r>
              <a:rPr lang="en-US" altLang="ja-JP" sz="1800" dirty="0" err="1"/>
              <a:t>system_path</a:t>
            </a:r>
            <a:r>
              <a:rPr lang="en-US" altLang="ja-JP" dirty="0"/>
              <a:t>}</a:t>
            </a:r>
            <a:endParaRPr lang="ja-JP" altLang="en-US" dirty="0"/>
          </a:p>
          <a:p>
            <a:r>
              <a:rPr lang="en-US" altLang="ja-JP" dirty="0"/>
              <a:t>{explanation}</a:t>
            </a:r>
          </a:p>
          <a:p>
            <a:endParaRPr lang="en-US" altLang="ja-JP" dirty="0"/>
          </a:p>
          <a:p>
            <a:r>
              <a:rPr lang="en-US" altLang="ja-JP" dirty="0"/>
              <a:t>{</a:t>
            </a:r>
            <a:r>
              <a:rPr lang="en-US" altLang="ja-JP" dirty="0" err="1"/>
              <a:t>task_list</a:t>
            </a:r>
            <a:r>
              <a:rPr lang="en-US" altLang="ja-JP" dirty="0"/>
              <a:t>}</a:t>
            </a:r>
          </a:p>
          <a:p>
            <a:endParaRPr lang="en-US" altLang="ja-JP" dirty="0"/>
          </a:p>
          <a:p>
            <a:r>
              <a:rPr lang="en-US" altLang="ja-JP" dirty="0"/>
              <a:t>{detail}</a:t>
            </a:r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53020960"/>
      </p:ext>
    </p:extLst>
  </p:cSld>
  <p:clrMapOvr>
    <a:masterClrMapping/>
  </p:clrMapOvr>
</p:sld>
</file>

<file path=ppt/theme/theme1.xml><?xml version="1.0" encoding="utf-8"?>
<a:theme xmlns:a="http://schemas.openxmlformats.org/drawingml/2006/main" name="New_Kyriba">
  <a:themeElements>
    <a:clrScheme name="Simple Light">
      <a:dk1>
        <a:srgbClr val="1A252A"/>
      </a:dk1>
      <a:lt1>
        <a:srgbClr val="F4F4F4"/>
      </a:lt1>
      <a:dk2>
        <a:srgbClr val="545F64"/>
      </a:dk2>
      <a:lt2>
        <a:srgbClr val="D4DFE4"/>
      </a:lt2>
      <a:accent1>
        <a:srgbClr val="E6FF00"/>
      </a:accent1>
      <a:accent2>
        <a:srgbClr val="FF288F"/>
      </a:accent2>
      <a:accent3>
        <a:srgbClr val="C2C3BC"/>
      </a:accent3>
      <a:accent4>
        <a:srgbClr val="D7D8CE"/>
      </a:accent4>
      <a:accent5>
        <a:srgbClr val="ECEDE5"/>
      </a:accent5>
      <a:accent6>
        <a:srgbClr val="EFDFE5"/>
      </a:accent6>
      <a:hlink>
        <a:srgbClr val="C6DCE6"/>
      </a:hlink>
      <a:folHlink>
        <a:srgbClr val="0097A7"/>
      </a:folHlink>
    </a:clrScheme>
    <a:fontScheme name="New Kyriba">
      <a:majorFont>
        <a:latin typeface="DM Mono"/>
        <a:ea typeface="BIZ UDPゴシック"/>
        <a:cs typeface=""/>
      </a:majorFont>
      <a:minorFont>
        <a:latin typeface="DM Sans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Kyriba" id="{BC85DE7A-13C4-4590-94C4-A60C01E70371}" vid="{089CBB4F-DB37-49E3-B903-464B7D8401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New_Kyriba</Template>
  <TotalTime>2220</TotalTime>
  <Words>39</Words>
  <Application>Microsoft Office PowerPoint</Application>
  <PresentationFormat>ワイド画面</PresentationFormat>
  <Paragraphs>12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Arial</vt:lpstr>
      <vt:lpstr>Calibri</vt:lpstr>
      <vt:lpstr>DM Mono</vt:lpstr>
      <vt:lpstr>DM Mono Medium</vt:lpstr>
      <vt:lpstr>DM Sans</vt:lpstr>
      <vt:lpstr>New_Kyriba</vt:lpstr>
      <vt:lpstr>Kyriba Training Document</vt:lpstr>
      <vt:lpstr>目次</vt:lpstr>
      <vt:lpstr>{section_title}</vt:lpstr>
      <vt:lpstr>{title}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Tim Peacock</dc:creator>
  <cp:lastModifiedBy>Sayaka Aoki</cp:lastModifiedBy>
  <cp:revision>51</cp:revision>
  <dcterms:created xsi:type="dcterms:W3CDTF">2019-07-23T17:16:47Z</dcterms:created>
  <dcterms:modified xsi:type="dcterms:W3CDTF">2026-05-09T07:17:31Z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5967330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S9.1.2</vt:lpwstr>
  </property>
</Properties>
</file>