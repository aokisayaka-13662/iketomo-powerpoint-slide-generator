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Proxima Nova"/>
      <p:regular r:id="rId43"/>
      <p:bold r:id="rId44"/>
      <p:italic r:id="rId45"/>
      <p:boldItalic r:id="rId46"/>
    </p:embeddedFont>
    <p:embeddedFont>
      <p:font typeface="DM Mono Medium"/>
      <p:regular r:id="rId47"/>
      <p:italic r:id="rId48"/>
    </p:embeddedFont>
    <p:embeddedFont>
      <p:font typeface="DM Mono Light"/>
      <p:regular r:id="rId49"/>
      <p:bold r:id="rId50"/>
      <p:italic r:id="rId51"/>
      <p:boldItalic r:id="rId52"/>
    </p:embeddedFont>
    <p:embeddedFont>
      <p:font typeface="Libre Baskerville"/>
      <p:regular r:id="rId53"/>
      <p:bold r:id="rId54"/>
      <p:italic r:id="rId55"/>
      <p:boldItalic r:id="rId56"/>
    </p:embeddedFont>
    <p:embeddedFont>
      <p:font typeface="Open Sans ExtraBold"/>
      <p:bold r:id="rId57"/>
      <p:boldItalic r:id="rId58"/>
    </p:embeddedFont>
    <p:embeddedFont>
      <p:font typeface="Syne SemiBold"/>
      <p:regular r:id="rId59"/>
      <p:bold r:id="rId60"/>
    </p:embeddedFont>
    <p:embeddedFont>
      <p:font typeface="DM Sans"/>
      <p:regular r:id="rId61"/>
      <p:bold r:id="rId62"/>
      <p:italic r:id="rId63"/>
      <p:boldItalic r:id="rId64"/>
    </p:embeddedFont>
    <p:embeddedFont>
      <p:font typeface="DM Mono"/>
      <p:regular r:id="rId65"/>
      <p:italic r:id="rId66"/>
    </p:embeddedFont>
    <p:embeddedFont>
      <p:font typeface="Open Sans Light"/>
      <p:regular r:id="rId67"/>
      <p:bold r:id="rId68"/>
      <p:italic r:id="rId69"/>
      <p:boldItalic r:id="rId70"/>
    </p:embeddedFont>
    <p:embeddedFont>
      <p:font typeface="Open Sans"/>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43">
          <p15:clr>
            <a:srgbClr val="747775"/>
          </p15:clr>
        </p15:guide>
        <p15:guide id="2" pos="140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43" orient="horz"/>
        <p:guide pos="140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DMMonoMedium-italic.fntdata"/><Relationship Id="rId47" Type="http://schemas.openxmlformats.org/officeDocument/2006/relationships/font" Target="fonts/DMMonoMedium-regular.fntdata"/><Relationship Id="rId49" Type="http://schemas.openxmlformats.org/officeDocument/2006/relationships/font" Target="fonts/DMMono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OpenSans-italic.fntdata"/><Relationship Id="rId72" Type="http://schemas.openxmlformats.org/officeDocument/2006/relationships/font" Target="fonts/OpenSans-bold.fntdata"/><Relationship Id="rId31" Type="http://schemas.openxmlformats.org/officeDocument/2006/relationships/slide" Target="slides/slide25.xml"/><Relationship Id="rId30" Type="http://schemas.openxmlformats.org/officeDocument/2006/relationships/slide" Target="slides/slide24.xml"/><Relationship Id="rId74" Type="http://schemas.openxmlformats.org/officeDocument/2006/relationships/font" Target="fonts/OpenSans-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penSans-regular.fntdata"/><Relationship Id="rId70" Type="http://schemas.openxmlformats.org/officeDocument/2006/relationships/font" Target="fonts/OpenSansLight-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DMSans-bold.fntdata"/><Relationship Id="rId61" Type="http://schemas.openxmlformats.org/officeDocument/2006/relationships/font" Target="fonts/DMSans-regular.fntdata"/><Relationship Id="rId20" Type="http://schemas.openxmlformats.org/officeDocument/2006/relationships/slide" Target="slides/slide14.xml"/><Relationship Id="rId64" Type="http://schemas.openxmlformats.org/officeDocument/2006/relationships/font" Target="fonts/DMSans-boldItalic.fntdata"/><Relationship Id="rId63" Type="http://schemas.openxmlformats.org/officeDocument/2006/relationships/font" Target="fonts/DMSans-italic.fntdata"/><Relationship Id="rId22" Type="http://schemas.openxmlformats.org/officeDocument/2006/relationships/slide" Target="slides/slide16.xml"/><Relationship Id="rId66" Type="http://schemas.openxmlformats.org/officeDocument/2006/relationships/font" Target="fonts/DMMono-italic.fntdata"/><Relationship Id="rId21" Type="http://schemas.openxmlformats.org/officeDocument/2006/relationships/slide" Target="slides/slide15.xml"/><Relationship Id="rId65" Type="http://schemas.openxmlformats.org/officeDocument/2006/relationships/font" Target="fonts/DMMono-regular.fntdata"/><Relationship Id="rId24" Type="http://schemas.openxmlformats.org/officeDocument/2006/relationships/slide" Target="slides/slide18.xml"/><Relationship Id="rId68" Type="http://schemas.openxmlformats.org/officeDocument/2006/relationships/font" Target="fonts/OpenSansLight-bold.fntdata"/><Relationship Id="rId23" Type="http://schemas.openxmlformats.org/officeDocument/2006/relationships/slide" Target="slides/slide17.xml"/><Relationship Id="rId67" Type="http://schemas.openxmlformats.org/officeDocument/2006/relationships/font" Target="fonts/OpenSansLight-regular.fntdata"/><Relationship Id="rId60" Type="http://schemas.openxmlformats.org/officeDocument/2006/relationships/font" Target="fonts/SyneSemiBold-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penSansLight-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DMMonoLight-italic.fntdata"/><Relationship Id="rId50" Type="http://schemas.openxmlformats.org/officeDocument/2006/relationships/font" Target="fonts/DMMonoLight-bold.fntdata"/><Relationship Id="rId53" Type="http://schemas.openxmlformats.org/officeDocument/2006/relationships/font" Target="fonts/LibreBaskerville-regular.fntdata"/><Relationship Id="rId52" Type="http://schemas.openxmlformats.org/officeDocument/2006/relationships/font" Target="fonts/DMMonoLight-boldItalic.fntdata"/><Relationship Id="rId11" Type="http://schemas.openxmlformats.org/officeDocument/2006/relationships/slide" Target="slides/slide5.xml"/><Relationship Id="rId55" Type="http://schemas.openxmlformats.org/officeDocument/2006/relationships/font" Target="fonts/LibreBaskerville-italic.fntdata"/><Relationship Id="rId10" Type="http://schemas.openxmlformats.org/officeDocument/2006/relationships/slide" Target="slides/slide4.xml"/><Relationship Id="rId54" Type="http://schemas.openxmlformats.org/officeDocument/2006/relationships/font" Target="fonts/LibreBaskerville-bold.fntdata"/><Relationship Id="rId13" Type="http://schemas.openxmlformats.org/officeDocument/2006/relationships/slide" Target="slides/slide7.xml"/><Relationship Id="rId57" Type="http://schemas.openxmlformats.org/officeDocument/2006/relationships/font" Target="fonts/OpenSansExtraBold-bold.fntdata"/><Relationship Id="rId12" Type="http://schemas.openxmlformats.org/officeDocument/2006/relationships/slide" Target="slides/slide6.xml"/><Relationship Id="rId56" Type="http://schemas.openxmlformats.org/officeDocument/2006/relationships/font" Target="fonts/LibreBaskerville-boldItalic.fntdata"/><Relationship Id="rId15" Type="http://schemas.openxmlformats.org/officeDocument/2006/relationships/slide" Target="slides/slide9.xml"/><Relationship Id="rId59" Type="http://schemas.openxmlformats.org/officeDocument/2006/relationships/font" Target="fonts/SyneSemiBold-regular.fntdata"/><Relationship Id="rId14" Type="http://schemas.openxmlformats.org/officeDocument/2006/relationships/slide" Target="slides/slide8.xml"/><Relationship Id="rId58" Type="http://schemas.openxmlformats.org/officeDocument/2006/relationships/font" Target="fonts/OpenSansExtraBold-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e553d1652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39e553d1652_0_5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2a866960b_1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a2a866960b_1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e252dbf21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39e252dbf21_0_8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fb61ed7b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36fb61ed7ba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9e252dbf2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39e252dbf21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50">
                <a:solidFill>
                  <a:schemeClr val="dk1"/>
                </a:solidFill>
                <a:latin typeface="Calibri"/>
                <a:ea typeface="Calibri"/>
                <a:cs typeface="Calibri"/>
                <a:sym typeface="Calibri"/>
              </a:rPr>
              <a:t>Is currency MXN set up?</a:t>
            </a:r>
            <a:br>
              <a:rPr lang="en" sz="1050">
                <a:solidFill>
                  <a:schemeClr val="dk1"/>
                </a:solidFill>
                <a:latin typeface="Calibri"/>
                <a:ea typeface="Calibri"/>
                <a:cs typeface="Calibri"/>
                <a:sym typeface="Calibri"/>
              </a:rPr>
            </a:br>
            <a:r>
              <a:rPr lang="en" sz="1050">
                <a:solidFill>
                  <a:schemeClr val="dk1"/>
                </a:solidFill>
                <a:latin typeface="Calibri"/>
                <a:ea typeface="Calibri"/>
                <a:cs typeface="Calibri"/>
                <a:sym typeface="Calibri"/>
              </a:rPr>
              <a:t>Are there any companies set up with this currency?</a:t>
            </a:r>
            <a:br>
              <a:rPr lang="en" sz="1050">
                <a:solidFill>
                  <a:schemeClr val="dk1"/>
                </a:solidFill>
                <a:latin typeface="Calibri"/>
                <a:ea typeface="Calibri"/>
                <a:cs typeface="Calibri"/>
                <a:sym typeface="Calibri"/>
              </a:rPr>
            </a:br>
            <a:r>
              <a:rPr lang="en" sz="1050">
                <a:solidFill>
                  <a:schemeClr val="dk1"/>
                </a:solidFill>
                <a:latin typeface="Calibri"/>
                <a:ea typeface="Calibri"/>
                <a:cs typeface="Calibri"/>
                <a:sym typeface="Calibri"/>
              </a:rPr>
              <a:t>What continent is MXN 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e252dbf21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9e252dbf21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e9987c53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39e9987c53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6fcb1f4ce5_4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36fcb1f4ce5_4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13cb706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3a13cb7068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9e252dbf21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39e252dbf21_0_6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Mention that access to all reports is now available and show how can be used to validate results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6fb61ed7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36fb61ed7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a1cdaac06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3a1cdaac06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9e252dbf21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9e252dbf21_0_8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6fcb1f4ce5_4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36fcb1f4ce5_4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a13cb7068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a13cb7068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6fcb1f4ce5_4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g36fcb1f4ce5_4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6fcb1f4ce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g36fcb1f4ce5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9e252dbf2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39e252dbf2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6fcb1f4ce5_4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36fcb1f4ce5_4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9e553d1652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39e553d1652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6fcb1f4ce5_4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g36fcb1f4ce5_4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9e553d16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39e553d165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9e252dbf21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g39e252dbf21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Stress that sometimes you just need information quickly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9e252dbf21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g39e252dbf21_0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2000"/>
              <a:buFont typeface="Arial"/>
              <a:buNone/>
            </a:pPr>
            <a:r>
              <a:rPr lang="en" sz="1800">
                <a:solidFill>
                  <a:srgbClr val="1A252A"/>
                </a:solidFill>
                <a:latin typeface="DM Sans"/>
                <a:ea typeface="DM Sans"/>
                <a:cs typeface="DM Sans"/>
                <a:sym typeface="DM Sans"/>
              </a:rPr>
              <a:t>Mention reports have to be set up to work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9e252dbf2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g39e252dbf21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1cdaac06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g3a1cdaac063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9e2261e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g39e2261ee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6fb61ed7b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g36fb61ed7ba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1cdaac06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g3a1cdaac063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6fcb1f4ce5_4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36fcb1f4ce5_4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9e252dbf21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g39e252dbf21_0_8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9e252dbf21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g39e252dbf21_0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e252dbf21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g39e252dbf21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9e252dbf21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g39e252dbf21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9e252dbf21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1" name="Google Shape;561;g39e252dbf21_0_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1" type="title">
  <p:cSld name="TITLE">
    <p:bg>
      <p:bgPr>
        <a:solidFill>
          <a:schemeClr val="dk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rt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sp>
        <p:nvSpPr>
          <p:cNvPr id="10" name="Google Shape;10;p2"/>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pic>
        <p:nvPicPr>
          <p:cNvPr id="11" name="Google Shape;11;p2"/>
          <p:cNvPicPr preferRelativeResize="0"/>
          <p:nvPr/>
        </p:nvPicPr>
        <p:blipFill rotWithShape="1">
          <a:blip r:embed="rId2">
            <a:alphaModFix/>
          </a:blip>
          <a:srcRect b="0" l="0" r="0" t="0"/>
          <a:stretch/>
        </p:blipFill>
        <p:spPr>
          <a:xfrm>
            <a:off x="4924439" y="0"/>
            <a:ext cx="4219573" cy="5143500"/>
          </a:xfrm>
          <a:prstGeom prst="rect">
            <a:avLst/>
          </a:prstGeom>
          <a:noFill/>
          <a:ln>
            <a:noFill/>
          </a:ln>
        </p:spPr>
      </p:pic>
      <p:pic>
        <p:nvPicPr>
          <p:cNvPr id="12" name="Google Shape;12;p2"/>
          <p:cNvPicPr preferRelativeResize="0"/>
          <p:nvPr/>
        </p:nvPicPr>
        <p:blipFill rotWithShape="1">
          <a:blip r:embed="rId3">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2">
  <p:cSld name="TITLE_AND_BODY_1">
    <p:bg>
      <p:bgPr>
        <a:solidFill>
          <a:schemeClr val="lt1"/>
        </a:solid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15" name="Google Shape;15;p3"/>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6" name="Google Shape;16;p3"/>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
        <p:nvSpPr>
          <p:cNvPr id="17" name="Google Shape;17;p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8" name="Google Shape;18;p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type="secHead">
  <p:cSld name="SECTION_HEADER">
    <p:bg>
      <p:bgPr>
        <a:solidFill>
          <a:schemeClr val="lt1"/>
        </a:solid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rtl="0" algn="l">
              <a:lnSpc>
                <a:spcPct val="85000"/>
              </a:lnSpc>
              <a:spcBef>
                <a:spcPts val="0"/>
              </a:spcBef>
              <a:spcAft>
                <a:spcPts val="0"/>
              </a:spcAft>
              <a:buSzPts val="3600"/>
              <a:buFont typeface="DM Mono"/>
              <a:buNone/>
              <a:defRPr sz="3600">
                <a:latin typeface="DM Mono"/>
                <a:ea typeface="DM Mono"/>
                <a:cs typeface="DM Mono"/>
                <a:sym typeface="DM Mono"/>
              </a:defRPr>
            </a:lvl1pPr>
            <a:lvl2pPr lvl="1" rtl="0" algn="l">
              <a:lnSpc>
                <a:spcPct val="80000"/>
              </a:lnSpc>
              <a:spcBef>
                <a:spcPts val="0"/>
              </a:spcBef>
              <a:spcAft>
                <a:spcPts val="0"/>
              </a:spcAft>
              <a:buSzPts val="3600"/>
              <a:buNone/>
              <a:defRPr sz="3600"/>
            </a:lvl2pPr>
            <a:lvl3pPr lvl="2" rtl="0" algn="l">
              <a:lnSpc>
                <a:spcPct val="80000"/>
              </a:lnSpc>
              <a:spcBef>
                <a:spcPts val="0"/>
              </a:spcBef>
              <a:spcAft>
                <a:spcPts val="0"/>
              </a:spcAft>
              <a:buSzPts val="3600"/>
              <a:buNone/>
              <a:defRPr sz="3600"/>
            </a:lvl3pPr>
            <a:lvl4pPr lvl="3" rtl="0" algn="l">
              <a:lnSpc>
                <a:spcPct val="80000"/>
              </a:lnSpc>
              <a:spcBef>
                <a:spcPts val="0"/>
              </a:spcBef>
              <a:spcAft>
                <a:spcPts val="0"/>
              </a:spcAft>
              <a:buSzPts val="3600"/>
              <a:buNone/>
              <a:defRPr sz="3600"/>
            </a:lvl4pPr>
            <a:lvl5pPr lvl="4" rtl="0" algn="l">
              <a:lnSpc>
                <a:spcPct val="80000"/>
              </a:lnSpc>
              <a:spcBef>
                <a:spcPts val="0"/>
              </a:spcBef>
              <a:spcAft>
                <a:spcPts val="0"/>
              </a:spcAft>
              <a:buSzPts val="3600"/>
              <a:buNone/>
              <a:defRPr sz="3600"/>
            </a:lvl5pPr>
            <a:lvl6pPr lvl="5" rtl="0" algn="l">
              <a:lnSpc>
                <a:spcPct val="80000"/>
              </a:lnSpc>
              <a:spcBef>
                <a:spcPts val="0"/>
              </a:spcBef>
              <a:spcAft>
                <a:spcPts val="0"/>
              </a:spcAft>
              <a:buSzPts val="3600"/>
              <a:buNone/>
              <a:defRPr sz="3600"/>
            </a:lvl6pPr>
            <a:lvl7pPr lvl="6" rtl="0" algn="l">
              <a:lnSpc>
                <a:spcPct val="80000"/>
              </a:lnSpc>
              <a:spcBef>
                <a:spcPts val="0"/>
              </a:spcBef>
              <a:spcAft>
                <a:spcPts val="0"/>
              </a:spcAft>
              <a:buSzPts val="3600"/>
              <a:buNone/>
              <a:defRPr sz="3600"/>
            </a:lvl7pPr>
            <a:lvl8pPr lvl="7" rtl="0" algn="l">
              <a:lnSpc>
                <a:spcPct val="80000"/>
              </a:lnSpc>
              <a:spcBef>
                <a:spcPts val="0"/>
              </a:spcBef>
              <a:spcAft>
                <a:spcPts val="0"/>
              </a:spcAft>
              <a:buSzPts val="3600"/>
              <a:buNone/>
              <a:defRPr sz="3600"/>
            </a:lvl8pPr>
            <a:lvl9pPr lvl="8" rtl="0" algn="l">
              <a:lnSpc>
                <a:spcPct val="80000"/>
              </a:lnSpc>
              <a:spcBef>
                <a:spcPts val="0"/>
              </a:spcBef>
              <a:spcAft>
                <a:spcPts val="0"/>
              </a:spcAft>
              <a:buSzPts val="3600"/>
              <a:buNone/>
              <a:defRPr sz="3600"/>
            </a:lvl9pPr>
          </a:lstStyle>
          <a:p/>
        </p:txBody>
      </p:sp>
      <p:sp>
        <p:nvSpPr>
          <p:cNvPr id="21" name="Google Shape;21;p4"/>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700"/>
              <a:buFont typeface="DM Sans"/>
              <a:buNone/>
              <a:defRPr sz="1700">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pic>
        <p:nvPicPr>
          <p:cNvPr id="22" name="Google Shape;22;p4"/>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3" name="Google Shape;23;p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
        <p:nvSpPr>
          <p:cNvPr id="24" name="Google Shape;24;p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type="tx">
  <p:cSld name="TITLE_AND_BODY">
    <p:bg>
      <p:bgPr>
        <a:solidFill>
          <a:schemeClr val="lt1"/>
        </a:solidFill>
      </p:bgPr>
    </p:bg>
    <p:spTree>
      <p:nvGrpSpPr>
        <p:cNvPr id="25" name="Shape 25"/>
        <p:cNvGrpSpPr/>
        <p:nvPr/>
      </p:nvGrpSpPr>
      <p:grpSpPr>
        <a:xfrm>
          <a:off x="0" y="0"/>
          <a:ext cx="0" cy="0"/>
          <a:chOff x="0" y="0"/>
          <a:chExt cx="0" cy="0"/>
        </a:xfrm>
      </p:grpSpPr>
      <p:sp>
        <p:nvSpPr>
          <p:cNvPr id="26" name="Google Shape;26;p5"/>
          <p:cNvSpPr txBox="1"/>
          <p:nvPr>
            <p:ph type="title"/>
          </p:nvPr>
        </p:nvSpPr>
        <p:spPr>
          <a:xfrm>
            <a:off x="228600" y="342900"/>
            <a:ext cx="6918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800"/>
              <a:buFont typeface="DM Mono"/>
              <a:buNone/>
              <a:defRPr>
                <a:latin typeface="DM Mono"/>
                <a:ea typeface="DM Mono"/>
                <a:cs typeface="DM Mono"/>
                <a:sym typeface="DM Mono"/>
              </a:defRPr>
            </a:lvl1pPr>
            <a:lvl2pPr lvl="1" rtl="0" algn="l">
              <a:lnSpc>
                <a:spcPct val="80000"/>
              </a:lnSpc>
              <a:spcBef>
                <a:spcPts val="0"/>
              </a:spcBef>
              <a:spcAft>
                <a:spcPts val="0"/>
              </a:spcAft>
              <a:buSzPts val="2800"/>
              <a:buNone/>
              <a:defRPr/>
            </a:lvl2pPr>
            <a:lvl3pPr lvl="2" rtl="0" algn="l">
              <a:lnSpc>
                <a:spcPct val="80000"/>
              </a:lnSpc>
              <a:spcBef>
                <a:spcPts val="0"/>
              </a:spcBef>
              <a:spcAft>
                <a:spcPts val="0"/>
              </a:spcAft>
              <a:buSzPts val="2800"/>
              <a:buNone/>
              <a:defRPr/>
            </a:lvl3pPr>
            <a:lvl4pPr lvl="3" rtl="0" algn="l">
              <a:lnSpc>
                <a:spcPct val="80000"/>
              </a:lnSpc>
              <a:spcBef>
                <a:spcPts val="0"/>
              </a:spcBef>
              <a:spcAft>
                <a:spcPts val="0"/>
              </a:spcAft>
              <a:buSzPts val="2800"/>
              <a:buNone/>
              <a:defRPr/>
            </a:lvl4pPr>
            <a:lvl5pPr lvl="4" rtl="0" algn="l">
              <a:lnSpc>
                <a:spcPct val="80000"/>
              </a:lnSpc>
              <a:spcBef>
                <a:spcPts val="0"/>
              </a:spcBef>
              <a:spcAft>
                <a:spcPts val="0"/>
              </a:spcAft>
              <a:buSzPts val="2800"/>
              <a:buNone/>
              <a:defRPr/>
            </a:lvl5pPr>
            <a:lvl6pPr lvl="5" rtl="0" algn="l">
              <a:lnSpc>
                <a:spcPct val="80000"/>
              </a:lnSpc>
              <a:spcBef>
                <a:spcPts val="0"/>
              </a:spcBef>
              <a:spcAft>
                <a:spcPts val="0"/>
              </a:spcAft>
              <a:buSzPts val="2800"/>
              <a:buNone/>
              <a:defRPr/>
            </a:lvl6pPr>
            <a:lvl7pPr lvl="6" rtl="0" algn="l">
              <a:lnSpc>
                <a:spcPct val="80000"/>
              </a:lnSpc>
              <a:spcBef>
                <a:spcPts val="0"/>
              </a:spcBef>
              <a:spcAft>
                <a:spcPts val="0"/>
              </a:spcAft>
              <a:buSzPts val="2800"/>
              <a:buNone/>
              <a:defRPr/>
            </a:lvl7pPr>
            <a:lvl8pPr lvl="7" rtl="0" algn="l">
              <a:lnSpc>
                <a:spcPct val="80000"/>
              </a:lnSpc>
              <a:spcBef>
                <a:spcPts val="0"/>
              </a:spcBef>
              <a:spcAft>
                <a:spcPts val="0"/>
              </a:spcAft>
              <a:buSzPts val="2800"/>
              <a:buNone/>
              <a:defRPr/>
            </a:lvl8pPr>
            <a:lvl9pPr lvl="8" rtl="0" algn="l">
              <a:lnSpc>
                <a:spcPct val="80000"/>
              </a:lnSpc>
              <a:spcBef>
                <a:spcPts val="0"/>
              </a:spcBef>
              <a:spcAft>
                <a:spcPts val="0"/>
              </a:spcAft>
              <a:buSzPts val="2800"/>
              <a:buNone/>
              <a:defRPr/>
            </a:lvl9pPr>
          </a:lstStyle>
          <a:p/>
        </p:txBody>
      </p:sp>
      <p:sp>
        <p:nvSpPr>
          <p:cNvPr id="27" name="Google Shape;27;p5"/>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8" name="Google Shape;28;p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9" name="Google Shape;29;p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30" name="Google Shape;30;p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2">
  <p:cSld name="TITLE_1">
    <p:bg>
      <p:bgPr>
        <a:solidFill>
          <a:schemeClr val="dk1"/>
        </a:solidFill>
      </p:bgPr>
    </p:bg>
    <p:spTree>
      <p:nvGrpSpPr>
        <p:cNvPr id="31" name="Shape 31"/>
        <p:cNvGrpSpPr/>
        <p:nvPr/>
      </p:nvGrpSpPr>
      <p:grpSpPr>
        <a:xfrm>
          <a:off x="0" y="0"/>
          <a:ext cx="0" cy="0"/>
          <a:chOff x="0" y="0"/>
          <a:chExt cx="0" cy="0"/>
        </a:xfrm>
      </p:grpSpPr>
      <p:sp>
        <p:nvSpPr>
          <p:cNvPr id="32" name="Google Shape;32;p6"/>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sp>
        <p:nvSpPr>
          <p:cNvPr id="33" name="Google Shape;33;p6"/>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rt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sp>
        <p:nvSpPr>
          <p:cNvPr id="34" name="Google Shape;34;p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35" name="Google Shape;35;p6"/>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36" name="Google Shape;36;p6"/>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4">
  <p:cSld name="TITLE_1_1">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sp>
        <p:nvSpPr>
          <p:cNvPr id="39" name="Google Shape;39;p7"/>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rt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pic>
        <p:nvPicPr>
          <p:cNvPr id="40" name="Google Shape;40;p7"/>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3">
  <p:cSld name="TITLE_1_2">
    <p:bg>
      <p:bgPr>
        <a:solidFill>
          <a:schemeClr val="dk1"/>
        </a:solidFill>
      </p:bgPr>
    </p:bg>
    <p:spTree>
      <p:nvGrpSpPr>
        <p:cNvPr id="41" name="Shape 41"/>
        <p:cNvGrpSpPr/>
        <p:nvPr/>
      </p:nvGrpSpPr>
      <p:grpSpPr>
        <a:xfrm>
          <a:off x="0" y="0"/>
          <a:ext cx="0" cy="0"/>
          <a:chOff x="0" y="0"/>
          <a:chExt cx="0" cy="0"/>
        </a:xfrm>
      </p:grpSpPr>
      <p:sp>
        <p:nvSpPr>
          <p:cNvPr id="42" name="Google Shape;42;p8"/>
          <p:cNvSpPr txBox="1"/>
          <p:nvPr>
            <p:ph type="ctrTitle"/>
          </p:nvPr>
        </p:nvSpPr>
        <p:spPr>
          <a:xfrm>
            <a:off x="228600" y="1252638"/>
            <a:ext cx="5260200" cy="20526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sp>
        <p:nvSpPr>
          <p:cNvPr id="43" name="Google Shape;43;p8"/>
          <p:cNvSpPr txBox="1"/>
          <p:nvPr>
            <p:ph idx="1" type="subTitle"/>
          </p:nvPr>
        </p:nvSpPr>
        <p:spPr>
          <a:xfrm>
            <a:off x="228600" y="3305238"/>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pic>
        <p:nvPicPr>
          <p:cNvPr id="44" name="Google Shape;44;p8"/>
          <p:cNvPicPr preferRelativeResize="0"/>
          <p:nvPr/>
        </p:nvPicPr>
        <p:blipFill rotWithShape="1">
          <a:blip r:embed="rId2">
            <a:alphaModFix/>
          </a:blip>
          <a:srcRect b="0" l="0" r="0" t="0"/>
          <a:stretch/>
        </p:blipFill>
        <p:spPr>
          <a:xfrm>
            <a:off x="228600" y="342895"/>
            <a:ext cx="1006623" cy="345579"/>
          </a:xfrm>
          <a:prstGeom prst="rect">
            <a:avLst/>
          </a:prstGeom>
          <a:noFill/>
          <a:ln>
            <a:noFill/>
          </a:ln>
        </p:spPr>
      </p:pic>
      <p:sp>
        <p:nvSpPr>
          <p:cNvPr id="45" name="Google Shape;45;p8"/>
          <p:cNvSpPr txBox="1"/>
          <p:nvPr/>
        </p:nvSpPr>
        <p:spPr>
          <a:xfrm>
            <a:off x="34971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p:cSld name="SECTION_HEADER_1">
    <p:bg>
      <p:bgPr>
        <a:solidFill>
          <a:schemeClr val="dk2"/>
        </a:solidFill>
      </p:bgPr>
    </p:bg>
    <p:spTree>
      <p:nvGrpSpPr>
        <p:cNvPr id="47" name="Shape 47"/>
        <p:cNvGrpSpPr/>
        <p:nvPr/>
      </p:nvGrpSpPr>
      <p:grpSpPr>
        <a:xfrm>
          <a:off x="0" y="0"/>
          <a:ext cx="0" cy="0"/>
          <a:chOff x="0" y="0"/>
          <a:chExt cx="0" cy="0"/>
        </a:xfrm>
      </p:grpSpPr>
      <p:sp>
        <p:nvSpPr>
          <p:cNvPr id="48" name="Google Shape;48;p1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sp>
        <p:nvSpPr>
          <p:cNvPr id="49" name="Google Shape;49;p10"/>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rtl="0" algn="l">
              <a:lnSpc>
                <a:spcPct val="85000"/>
              </a:lnSpc>
              <a:spcBef>
                <a:spcPts val="0"/>
              </a:spcBef>
              <a:spcAft>
                <a:spcPts val="0"/>
              </a:spcAft>
              <a:buClr>
                <a:schemeClr val="lt1"/>
              </a:buClr>
              <a:buSzPts val="3600"/>
              <a:buFont typeface="DM Mono"/>
              <a:buNone/>
              <a:defRPr sz="3600">
                <a:solidFill>
                  <a:schemeClr val="lt1"/>
                </a:solidFill>
                <a:latin typeface="DM Mono"/>
                <a:ea typeface="DM Mono"/>
                <a:cs typeface="DM Mono"/>
                <a:sym typeface="DM Mono"/>
              </a:defRPr>
            </a:lvl1pPr>
            <a:lvl2pPr lvl="1" rtl="0" algn="l">
              <a:lnSpc>
                <a:spcPct val="80000"/>
              </a:lnSpc>
              <a:spcBef>
                <a:spcPts val="0"/>
              </a:spcBef>
              <a:spcAft>
                <a:spcPts val="0"/>
              </a:spcAft>
              <a:buClr>
                <a:schemeClr val="lt1"/>
              </a:buClr>
              <a:buSzPts val="3600"/>
              <a:buNone/>
              <a:defRPr sz="3600">
                <a:solidFill>
                  <a:schemeClr val="lt1"/>
                </a:solidFill>
              </a:defRPr>
            </a:lvl2pPr>
            <a:lvl3pPr lvl="2" rtl="0" algn="l">
              <a:lnSpc>
                <a:spcPct val="80000"/>
              </a:lnSpc>
              <a:spcBef>
                <a:spcPts val="0"/>
              </a:spcBef>
              <a:spcAft>
                <a:spcPts val="0"/>
              </a:spcAft>
              <a:buClr>
                <a:schemeClr val="lt1"/>
              </a:buClr>
              <a:buSzPts val="3600"/>
              <a:buNone/>
              <a:defRPr sz="3600">
                <a:solidFill>
                  <a:schemeClr val="lt1"/>
                </a:solidFill>
              </a:defRPr>
            </a:lvl3pPr>
            <a:lvl4pPr lvl="3" rtl="0" algn="l">
              <a:lnSpc>
                <a:spcPct val="80000"/>
              </a:lnSpc>
              <a:spcBef>
                <a:spcPts val="0"/>
              </a:spcBef>
              <a:spcAft>
                <a:spcPts val="0"/>
              </a:spcAft>
              <a:buClr>
                <a:schemeClr val="lt1"/>
              </a:buClr>
              <a:buSzPts val="3600"/>
              <a:buNone/>
              <a:defRPr sz="3600">
                <a:solidFill>
                  <a:schemeClr val="lt1"/>
                </a:solidFill>
              </a:defRPr>
            </a:lvl4pPr>
            <a:lvl5pPr lvl="4" rtl="0" algn="l">
              <a:lnSpc>
                <a:spcPct val="80000"/>
              </a:lnSpc>
              <a:spcBef>
                <a:spcPts val="0"/>
              </a:spcBef>
              <a:spcAft>
                <a:spcPts val="0"/>
              </a:spcAft>
              <a:buClr>
                <a:schemeClr val="lt1"/>
              </a:buClr>
              <a:buSzPts val="3600"/>
              <a:buNone/>
              <a:defRPr sz="3600">
                <a:solidFill>
                  <a:schemeClr val="lt1"/>
                </a:solidFill>
              </a:defRPr>
            </a:lvl5pPr>
            <a:lvl6pPr lvl="5" rtl="0" algn="l">
              <a:lnSpc>
                <a:spcPct val="80000"/>
              </a:lnSpc>
              <a:spcBef>
                <a:spcPts val="0"/>
              </a:spcBef>
              <a:spcAft>
                <a:spcPts val="0"/>
              </a:spcAft>
              <a:buClr>
                <a:schemeClr val="lt1"/>
              </a:buClr>
              <a:buSzPts val="3600"/>
              <a:buNone/>
              <a:defRPr sz="3600">
                <a:solidFill>
                  <a:schemeClr val="lt1"/>
                </a:solidFill>
              </a:defRPr>
            </a:lvl6pPr>
            <a:lvl7pPr lvl="6" rtl="0" algn="l">
              <a:lnSpc>
                <a:spcPct val="80000"/>
              </a:lnSpc>
              <a:spcBef>
                <a:spcPts val="0"/>
              </a:spcBef>
              <a:spcAft>
                <a:spcPts val="0"/>
              </a:spcAft>
              <a:buClr>
                <a:schemeClr val="lt1"/>
              </a:buClr>
              <a:buSzPts val="3600"/>
              <a:buNone/>
              <a:defRPr sz="3600">
                <a:solidFill>
                  <a:schemeClr val="lt1"/>
                </a:solidFill>
              </a:defRPr>
            </a:lvl7pPr>
            <a:lvl8pPr lvl="7" rtl="0" algn="l">
              <a:lnSpc>
                <a:spcPct val="80000"/>
              </a:lnSpc>
              <a:spcBef>
                <a:spcPts val="0"/>
              </a:spcBef>
              <a:spcAft>
                <a:spcPts val="0"/>
              </a:spcAft>
              <a:buClr>
                <a:schemeClr val="lt1"/>
              </a:buClr>
              <a:buSzPts val="3600"/>
              <a:buNone/>
              <a:defRPr sz="3600">
                <a:solidFill>
                  <a:schemeClr val="lt1"/>
                </a:solidFill>
              </a:defRPr>
            </a:lvl8pPr>
            <a:lvl9pPr lvl="8" rtl="0" algn="l">
              <a:lnSpc>
                <a:spcPct val="80000"/>
              </a:lnSpc>
              <a:spcBef>
                <a:spcPts val="0"/>
              </a:spcBef>
              <a:spcAft>
                <a:spcPts val="0"/>
              </a:spcAft>
              <a:buClr>
                <a:schemeClr val="lt1"/>
              </a:buClr>
              <a:buSzPts val="3600"/>
              <a:buNone/>
              <a:defRPr sz="3600">
                <a:solidFill>
                  <a:schemeClr val="lt1"/>
                </a:solidFill>
              </a:defRPr>
            </a:lvl9pPr>
          </a:lstStyle>
          <a:p/>
        </p:txBody>
      </p:sp>
      <p:sp>
        <p:nvSpPr>
          <p:cNvPr id="50" name="Google Shape;50;p10"/>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Clr>
                <a:schemeClr val="lt1"/>
              </a:buClr>
              <a:buSzPts val="1700"/>
              <a:buNone/>
              <a:defRPr sz="1700">
                <a:solidFill>
                  <a:schemeClr val="lt1"/>
                </a:solidFill>
              </a:defRPr>
            </a:lvl2pPr>
            <a:lvl3pPr lvl="2" rtl="0" algn="l">
              <a:lnSpc>
                <a:spcPct val="100000"/>
              </a:lnSpc>
              <a:spcBef>
                <a:spcPts val="0"/>
              </a:spcBef>
              <a:spcAft>
                <a:spcPts val="0"/>
              </a:spcAft>
              <a:buClr>
                <a:schemeClr val="lt1"/>
              </a:buClr>
              <a:buSzPts val="1700"/>
              <a:buNone/>
              <a:defRPr sz="1700">
                <a:solidFill>
                  <a:schemeClr val="lt1"/>
                </a:solidFill>
              </a:defRPr>
            </a:lvl3pPr>
            <a:lvl4pPr lvl="3" rtl="0" algn="l">
              <a:lnSpc>
                <a:spcPct val="100000"/>
              </a:lnSpc>
              <a:spcBef>
                <a:spcPts val="0"/>
              </a:spcBef>
              <a:spcAft>
                <a:spcPts val="0"/>
              </a:spcAft>
              <a:buClr>
                <a:schemeClr val="lt1"/>
              </a:buClr>
              <a:buSzPts val="1700"/>
              <a:buNone/>
              <a:defRPr sz="1700">
                <a:solidFill>
                  <a:schemeClr val="lt1"/>
                </a:solidFill>
              </a:defRPr>
            </a:lvl4pPr>
            <a:lvl5pPr lvl="4" rtl="0" algn="l">
              <a:lnSpc>
                <a:spcPct val="100000"/>
              </a:lnSpc>
              <a:spcBef>
                <a:spcPts val="0"/>
              </a:spcBef>
              <a:spcAft>
                <a:spcPts val="0"/>
              </a:spcAft>
              <a:buClr>
                <a:schemeClr val="lt1"/>
              </a:buClr>
              <a:buSzPts val="1700"/>
              <a:buNone/>
              <a:defRPr sz="1700">
                <a:solidFill>
                  <a:schemeClr val="lt1"/>
                </a:solidFill>
              </a:defRPr>
            </a:lvl5pPr>
            <a:lvl6pPr lvl="5" rtl="0" algn="l">
              <a:lnSpc>
                <a:spcPct val="100000"/>
              </a:lnSpc>
              <a:spcBef>
                <a:spcPts val="0"/>
              </a:spcBef>
              <a:spcAft>
                <a:spcPts val="0"/>
              </a:spcAft>
              <a:buClr>
                <a:schemeClr val="lt1"/>
              </a:buClr>
              <a:buSzPts val="1700"/>
              <a:buNone/>
              <a:defRPr sz="1700">
                <a:solidFill>
                  <a:schemeClr val="lt1"/>
                </a:solidFill>
              </a:defRPr>
            </a:lvl6pPr>
            <a:lvl7pPr lvl="6" rtl="0" algn="l">
              <a:lnSpc>
                <a:spcPct val="100000"/>
              </a:lnSpc>
              <a:spcBef>
                <a:spcPts val="0"/>
              </a:spcBef>
              <a:spcAft>
                <a:spcPts val="0"/>
              </a:spcAft>
              <a:buClr>
                <a:schemeClr val="lt1"/>
              </a:buClr>
              <a:buSzPts val="1700"/>
              <a:buNone/>
              <a:defRPr sz="1700">
                <a:solidFill>
                  <a:schemeClr val="lt1"/>
                </a:solidFill>
              </a:defRPr>
            </a:lvl7pPr>
            <a:lvl8pPr lvl="7" rtl="0" algn="l">
              <a:lnSpc>
                <a:spcPct val="100000"/>
              </a:lnSpc>
              <a:spcBef>
                <a:spcPts val="0"/>
              </a:spcBef>
              <a:spcAft>
                <a:spcPts val="0"/>
              </a:spcAft>
              <a:buClr>
                <a:schemeClr val="lt1"/>
              </a:buClr>
              <a:buSzPts val="1700"/>
              <a:buNone/>
              <a:defRPr sz="1700">
                <a:solidFill>
                  <a:schemeClr val="lt1"/>
                </a:solidFill>
              </a:defRPr>
            </a:lvl8pPr>
            <a:lvl9pPr lvl="8" rtl="0" algn="l">
              <a:lnSpc>
                <a:spcPct val="100000"/>
              </a:lnSpc>
              <a:spcBef>
                <a:spcPts val="0"/>
              </a:spcBef>
              <a:spcAft>
                <a:spcPts val="0"/>
              </a:spcAft>
              <a:buClr>
                <a:schemeClr val="lt1"/>
              </a:buClr>
              <a:buSzPts val="1700"/>
              <a:buNone/>
              <a:defRPr sz="1700">
                <a:solidFill>
                  <a:schemeClr val="lt1"/>
                </a:solidFill>
              </a:defRPr>
            </a:lvl9pPr>
          </a:lstStyle>
          <a:p/>
        </p:txBody>
      </p:sp>
      <p:pic>
        <p:nvPicPr>
          <p:cNvPr id="51" name="Google Shape;51;p10"/>
          <p:cNvPicPr preferRelativeResize="0"/>
          <p:nvPr/>
        </p:nvPicPr>
        <p:blipFill rotWithShape="1">
          <a:blip r:embed="rId2">
            <a:alphaModFix/>
          </a:blip>
          <a:srcRect b="0" l="0" r="0" t="0"/>
          <a:stretch/>
        </p:blipFill>
        <p:spPr>
          <a:xfrm>
            <a:off x="228600" y="4741360"/>
            <a:ext cx="683399" cy="234058"/>
          </a:xfrm>
          <a:prstGeom prst="rect">
            <a:avLst/>
          </a:prstGeom>
          <a:noFill/>
          <a:ln>
            <a:noFill/>
          </a:ln>
        </p:spPr>
      </p:pic>
      <p:sp>
        <p:nvSpPr>
          <p:cNvPr id="52" name="Google Shape;52;p10"/>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type="twoColTx">
  <p:cSld name="TITLE_AND_TWO_COLUMNS">
    <p:bg>
      <p:bgPr>
        <a:solidFill>
          <a:schemeClr val="lt1"/>
        </a:solidFill>
      </p:bgPr>
    </p:bg>
    <p:spTree>
      <p:nvGrpSpPr>
        <p:cNvPr id="53" name="Shape 53"/>
        <p:cNvGrpSpPr/>
        <p:nvPr/>
      </p:nvGrpSpPr>
      <p:grpSpPr>
        <a:xfrm>
          <a:off x="0" y="0"/>
          <a:ext cx="0" cy="0"/>
          <a:chOff x="0" y="0"/>
          <a:chExt cx="0" cy="0"/>
        </a:xfrm>
      </p:grpSpPr>
      <p:sp>
        <p:nvSpPr>
          <p:cNvPr id="54" name="Google Shape;54;p11"/>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55" name="Google Shape;55;p11"/>
          <p:cNvSpPr txBox="1"/>
          <p:nvPr>
            <p:ph idx="1" type="body"/>
          </p:nvPr>
        </p:nvSpPr>
        <p:spPr>
          <a:xfrm>
            <a:off x="2286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rtl="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rtl="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rtl="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rtl="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rtl="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rtl="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rtl="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rtl="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56" name="Google Shape;56;p11"/>
          <p:cNvSpPr txBox="1"/>
          <p:nvPr>
            <p:ph idx="2" type="body"/>
          </p:nvPr>
        </p:nvSpPr>
        <p:spPr>
          <a:xfrm>
            <a:off x="48324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rtl="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rtl="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rtl="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rtl="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rtl="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rtl="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rtl="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rtl="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57" name="Google Shape;57;p1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58" name="Google Shape;58;p11"/>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59" name="Google Shape;59;p1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1">
  <p:cSld name="MAIN_POINT">
    <p:bg>
      <p:bgPr>
        <a:solidFill>
          <a:schemeClr val="accent5"/>
        </a:solidFill>
      </p:bgPr>
    </p:bg>
    <p:spTree>
      <p:nvGrpSpPr>
        <p:cNvPr id="60" name="Shape 60"/>
        <p:cNvGrpSpPr/>
        <p:nvPr/>
      </p:nvGrpSpPr>
      <p:grpSpPr>
        <a:xfrm>
          <a:off x="0" y="0"/>
          <a:ext cx="0" cy="0"/>
          <a:chOff x="0" y="0"/>
          <a:chExt cx="0" cy="0"/>
        </a:xfrm>
      </p:grpSpPr>
      <p:sp>
        <p:nvSpPr>
          <p:cNvPr id="61" name="Google Shape;61;p12"/>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rtl="0" algn="l">
              <a:lnSpc>
                <a:spcPct val="80000"/>
              </a:lnSpc>
              <a:spcBef>
                <a:spcPts val="0"/>
              </a:spcBef>
              <a:spcAft>
                <a:spcPts val="0"/>
              </a:spcAft>
              <a:buSzPts val="4800"/>
              <a:buFont typeface="DM Mono"/>
              <a:buNone/>
              <a:defRPr sz="4800">
                <a:latin typeface="DM Mono"/>
                <a:ea typeface="DM Mono"/>
                <a:cs typeface="DM Mono"/>
                <a:sym typeface="DM Mono"/>
              </a:defRPr>
            </a:lvl1pPr>
            <a:lvl2pPr lvl="1"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2" name="Google Shape;62;p12"/>
          <p:cNvSpPr/>
          <p:nvPr/>
        </p:nvSpPr>
        <p:spPr>
          <a:xfrm>
            <a:off x="0" y="0"/>
            <a:ext cx="9144000" cy="115200"/>
          </a:xfrm>
          <a:prstGeom prst="rect">
            <a:avLst/>
          </a:prstGeom>
          <a:solidFill>
            <a:srgbClr val="E6FF01"/>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2">
  <p:cSld name="MAIN_POINT_2">
    <p:bg>
      <p:bgPr>
        <a:solidFill>
          <a:schemeClr val="lt2"/>
        </a:solidFill>
      </p:bgPr>
    </p:bg>
    <p:spTree>
      <p:nvGrpSpPr>
        <p:cNvPr id="63" name="Shape 63"/>
        <p:cNvGrpSpPr/>
        <p:nvPr/>
      </p:nvGrpSpPr>
      <p:grpSpPr>
        <a:xfrm>
          <a:off x="0" y="0"/>
          <a:ext cx="0" cy="0"/>
          <a:chOff x="0" y="0"/>
          <a:chExt cx="0" cy="0"/>
        </a:xfrm>
      </p:grpSpPr>
      <p:sp>
        <p:nvSpPr>
          <p:cNvPr id="64" name="Google Shape;64;p13"/>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rtl="0" algn="l">
              <a:lnSpc>
                <a:spcPct val="80000"/>
              </a:lnSpc>
              <a:spcBef>
                <a:spcPts val="0"/>
              </a:spcBef>
              <a:spcAft>
                <a:spcPts val="0"/>
              </a:spcAft>
              <a:buSzPts val="4800"/>
              <a:buFont typeface="DM Mono"/>
              <a:buNone/>
              <a:defRPr sz="4800">
                <a:latin typeface="DM Mono"/>
                <a:ea typeface="DM Mono"/>
                <a:cs typeface="DM Mono"/>
                <a:sym typeface="DM Mono"/>
              </a:defRPr>
            </a:lvl1pPr>
            <a:lvl2pPr lvl="1"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5" name="Google Shape;65;p13"/>
          <p:cNvSpPr/>
          <p:nvPr/>
        </p:nvSpPr>
        <p:spPr>
          <a:xfrm>
            <a:off x="0" y="0"/>
            <a:ext cx="9144000" cy="115200"/>
          </a:xfrm>
          <a:prstGeom prst="rect">
            <a:avLst/>
          </a:prstGeom>
          <a:solidFill>
            <a:srgbClr val="247094"/>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3">
  <p:cSld name="MAIN_POINT_2_1">
    <p:bg>
      <p:bgPr>
        <a:solidFill>
          <a:schemeClr val="dk2"/>
        </a:solidFill>
      </p:bgPr>
    </p:bg>
    <p:spTree>
      <p:nvGrpSpPr>
        <p:cNvPr id="66" name="Shape 66"/>
        <p:cNvGrpSpPr/>
        <p:nvPr/>
      </p:nvGrpSpPr>
      <p:grpSpPr>
        <a:xfrm>
          <a:off x="0" y="0"/>
          <a:ext cx="0" cy="0"/>
          <a:chOff x="0" y="0"/>
          <a:chExt cx="0" cy="0"/>
        </a:xfrm>
      </p:grpSpPr>
      <p:sp>
        <p:nvSpPr>
          <p:cNvPr id="67" name="Google Shape;67;p14"/>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800"/>
              <a:buFont typeface="DM Mono"/>
              <a:buNone/>
              <a:defRPr sz="4800">
                <a:solidFill>
                  <a:schemeClr val="lt1"/>
                </a:solidFill>
                <a:latin typeface="DM Mono"/>
                <a:ea typeface="DM Mono"/>
                <a:cs typeface="DM Mono"/>
                <a:sym typeface="DM Mono"/>
              </a:defRPr>
            </a:lvl1pPr>
            <a:lvl2pPr lvl="1"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8" name="Google Shape;68;p14"/>
          <p:cNvSpPr/>
          <p:nvPr/>
        </p:nvSpPr>
        <p:spPr>
          <a:xfrm>
            <a:off x="0" y="0"/>
            <a:ext cx="9144000" cy="115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69" name="Shape 69"/>
        <p:cNvGrpSpPr/>
        <p:nvPr/>
      </p:nvGrpSpPr>
      <p:grpSpPr>
        <a:xfrm>
          <a:off x="0" y="0"/>
          <a:ext cx="0" cy="0"/>
          <a:chOff x="0" y="0"/>
          <a:chExt cx="0" cy="0"/>
        </a:xfrm>
      </p:grpSpPr>
      <p:sp>
        <p:nvSpPr>
          <p:cNvPr id="70" name="Google Shape;70;p15"/>
          <p:cNvSpPr txBox="1"/>
          <p:nvPr>
            <p:ph idx="1" type="body"/>
          </p:nvPr>
        </p:nvSpPr>
        <p:spPr>
          <a:xfrm>
            <a:off x="228600" y="1389600"/>
            <a:ext cx="3861000" cy="31794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Font typeface="DM Sans"/>
              <a:buChar char="●"/>
              <a:defRPr sz="1200">
                <a:latin typeface="DM Sans"/>
                <a:ea typeface="DM Sans"/>
                <a:cs typeface="DM Sans"/>
                <a:sym typeface="DM Sans"/>
              </a:defRPr>
            </a:lvl1pPr>
            <a:lvl2pPr indent="-304800" lvl="1" marL="914400" rtl="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rtl="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rtl="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rtl="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rtl="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rtl="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rtl="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rtl="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71" name="Google Shape;71;p15"/>
          <p:cNvSpPr txBox="1"/>
          <p:nvPr>
            <p:ph type="title"/>
          </p:nvPr>
        </p:nvSpPr>
        <p:spPr>
          <a:xfrm>
            <a:off x="228600" y="342900"/>
            <a:ext cx="50982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72" name="Google Shape;72;p1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73" name="Google Shape;73;p1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74" name="Google Shape;74;p1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p:cSld name="CAPTION_ONLY_2">
    <p:bg>
      <p:bgPr>
        <a:solidFill>
          <a:schemeClr val="lt1"/>
        </a:solidFill>
      </p:bgPr>
    </p:bg>
    <p:spTree>
      <p:nvGrpSpPr>
        <p:cNvPr id="75" name="Shape 75"/>
        <p:cNvGrpSpPr/>
        <p:nvPr/>
      </p:nvGrpSpPr>
      <p:grpSpPr>
        <a:xfrm>
          <a:off x="0" y="0"/>
          <a:ext cx="0" cy="0"/>
          <a:chOff x="0" y="0"/>
          <a:chExt cx="0" cy="0"/>
        </a:xfrm>
      </p:grpSpPr>
      <p:pic>
        <p:nvPicPr>
          <p:cNvPr id="76" name="Google Shape;76;p1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228600" y="342900"/>
            <a:ext cx="52578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79" name="Google Shape;79;p17"/>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80" name="Google Shape;80;p17"/>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81" name="Google Shape;81;p17"/>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Dark Background">
  <p:cSld name="CAPTION_ONLY_1">
    <p:bg>
      <p:bgPr>
        <a:solidFill>
          <a:schemeClr val="dk1"/>
        </a:solidFill>
      </p:bgPr>
    </p:bg>
    <p:spTree>
      <p:nvGrpSpPr>
        <p:cNvPr id="82" name="Shape 82"/>
        <p:cNvGrpSpPr/>
        <p:nvPr/>
      </p:nvGrpSpPr>
      <p:grpSpPr>
        <a:xfrm>
          <a:off x="0" y="0"/>
          <a:ext cx="0" cy="0"/>
          <a:chOff x="0" y="0"/>
          <a:chExt cx="0" cy="0"/>
        </a:xfrm>
      </p:grpSpPr>
      <p:sp>
        <p:nvSpPr>
          <p:cNvPr id="83" name="Google Shape;83;p1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84" name="Google Shape;84;p18"/>
          <p:cNvPicPr preferRelativeResize="0"/>
          <p:nvPr/>
        </p:nvPicPr>
        <p:blipFill rotWithShape="1">
          <a:blip r:embed="rId2">
            <a:alphaModFix/>
          </a:blip>
          <a:srcRect b="0" l="0" r="0" t="0"/>
          <a:stretch/>
        </p:blipFill>
        <p:spPr>
          <a:xfrm>
            <a:off x="228600" y="4741100"/>
            <a:ext cx="683274" cy="234575"/>
          </a:xfrm>
          <a:prstGeom prst="rect">
            <a:avLst/>
          </a:prstGeom>
          <a:noFill/>
          <a:ln>
            <a:noFill/>
          </a:ln>
        </p:spPr>
      </p:pic>
      <p:sp>
        <p:nvSpPr>
          <p:cNvPr id="85" name="Google Shape;85;p18"/>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1">
  <p:cSld name="SECTION_TITLE_AND_DESCRIPTION">
    <p:bg>
      <p:bgPr>
        <a:solidFill>
          <a:schemeClr val="lt1"/>
        </a:solidFill>
      </p:bgPr>
    </p:bg>
    <p:spTree>
      <p:nvGrpSpPr>
        <p:cNvPr id="86" name="Shape 86"/>
        <p:cNvGrpSpPr/>
        <p:nvPr/>
      </p:nvGrpSpPr>
      <p:grpSpPr>
        <a:xfrm>
          <a:off x="0" y="0"/>
          <a:ext cx="0" cy="0"/>
          <a:chOff x="0" y="0"/>
          <a:chExt cx="0" cy="0"/>
        </a:xfrm>
      </p:grpSpPr>
      <p:sp>
        <p:nvSpPr>
          <p:cNvPr id="87" name="Google Shape;87;p19"/>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88" name="Google Shape;88;p19"/>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89" name="Google Shape;89;p19"/>
          <p:cNvSpPr/>
          <p:nvPr/>
        </p:nvSpPr>
        <p:spPr>
          <a:xfrm>
            <a:off x="474255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rtl="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rtl="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rtl="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rtl="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rtl="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rtl="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rtl="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rtl="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rtl="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pic>
        <p:nvPicPr>
          <p:cNvPr id="91" name="Google Shape;91;p1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age Number">
  <p:cSld name="CAPTION_ONLY_3">
    <p:bg>
      <p:bgPr>
        <a:solidFill>
          <a:schemeClr val="lt1"/>
        </a:solidFill>
      </p:bgPr>
    </p:bg>
    <p:spTree>
      <p:nvGrpSpPr>
        <p:cNvPr id="92" name="Shape 92"/>
        <p:cNvGrpSpPr/>
        <p:nvPr/>
      </p:nvGrpSpPr>
      <p:grpSpPr>
        <a:xfrm>
          <a:off x="0" y="0"/>
          <a:ext cx="0" cy="0"/>
          <a:chOff x="0" y="0"/>
          <a:chExt cx="0" cy="0"/>
        </a:xfrm>
      </p:grpSpPr>
      <p:sp>
        <p:nvSpPr>
          <p:cNvPr id="93" name="Google Shape;93;p2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APTION_ONLY_1_1">
    <p:bg>
      <p:bgPr>
        <a:solidFill>
          <a:schemeClr val="dk1"/>
        </a:solidFill>
      </p:bgPr>
    </p:bg>
    <p:spTree>
      <p:nvGrpSpPr>
        <p:cNvPr id="94" name="Shape 94"/>
        <p:cNvGrpSpPr/>
        <p:nvPr/>
      </p:nvGrpSpPr>
      <p:grpSpPr>
        <a:xfrm>
          <a:off x="0" y="0"/>
          <a:ext cx="0" cy="0"/>
          <a:chOff x="0" y="0"/>
          <a:chExt cx="0" cy="0"/>
        </a:xfrm>
      </p:grpSpPr>
      <p:sp>
        <p:nvSpPr>
          <p:cNvPr id="95" name="Google Shape;95;p2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96" name="Google Shape;96;p21"/>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97" name="Google Shape;97;p2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MAIN_POINT_1">
    <p:bg>
      <p:bgPr>
        <a:solidFill>
          <a:schemeClr val="dk2"/>
        </a:solidFill>
      </p:bgPr>
    </p:bg>
    <p:spTree>
      <p:nvGrpSpPr>
        <p:cNvPr id="98" name="Shape 98"/>
        <p:cNvGrpSpPr/>
        <p:nvPr/>
      </p:nvGrpSpPr>
      <p:grpSpPr>
        <a:xfrm>
          <a:off x="0" y="0"/>
          <a:ext cx="0" cy="0"/>
          <a:chOff x="0" y="0"/>
          <a:chExt cx="0" cy="0"/>
        </a:xfrm>
      </p:grpSpPr>
      <p:sp>
        <p:nvSpPr>
          <p:cNvPr id="99" name="Google Shape;99;p22"/>
          <p:cNvSpPr txBox="1"/>
          <p:nvPr>
            <p:ph type="title"/>
          </p:nvPr>
        </p:nvSpPr>
        <p:spPr>
          <a:xfrm>
            <a:off x="228600" y="907275"/>
            <a:ext cx="6629400" cy="22899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Clr>
                <a:schemeClr val="lt1"/>
              </a:buClr>
              <a:buSzPts val="2500"/>
              <a:buFont typeface="DM Mono"/>
              <a:buNone/>
              <a:defRPr sz="2500">
                <a:solidFill>
                  <a:schemeClr val="lt1"/>
                </a:solidFill>
                <a:latin typeface="DM Mono"/>
                <a:ea typeface="DM Mono"/>
                <a:cs typeface="DM Mono"/>
                <a:sym typeface="DM Mono"/>
              </a:defRPr>
            </a:lvl1pPr>
            <a:lvl2pPr lvl="1"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2pPr>
            <a:lvl3pPr lvl="2"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3pPr>
            <a:lvl4pPr lvl="3"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4pPr>
            <a:lvl5pPr lvl="4"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5pPr>
            <a:lvl6pPr lvl="5"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6pPr>
            <a:lvl7pPr lvl="6"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7pPr>
            <a:lvl8pPr lvl="7"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8pPr>
            <a:lvl9pPr lvl="8"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9pPr>
          </a:lstStyle>
          <a:p/>
        </p:txBody>
      </p:sp>
      <p:sp>
        <p:nvSpPr>
          <p:cNvPr id="100" name="Google Shape;100;p22"/>
          <p:cNvSpPr txBox="1"/>
          <p:nvPr>
            <p:ph idx="1" type="subTitle"/>
          </p:nvPr>
        </p:nvSpPr>
        <p:spPr>
          <a:xfrm>
            <a:off x="228600" y="364375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100"/>
              <a:buFont typeface="DM Sans"/>
              <a:buNone/>
              <a:defRPr sz="1100">
                <a:solidFill>
                  <a:schemeClr val="lt1"/>
                </a:solidFill>
                <a:latin typeface="DM Sans"/>
                <a:ea typeface="DM Sans"/>
                <a:cs typeface="DM Sans"/>
                <a:sym typeface="DM Sans"/>
              </a:defRPr>
            </a:lvl1pPr>
            <a:lvl2pPr lvl="1"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2pPr>
            <a:lvl3pPr lvl="2"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3pPr>
            <a:lvl4pPr lvl="3"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4pPr>
            <a:lvl5pPr lvl="4"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5pPr>
            <a:lvl6pPr lvl="5"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6pPr>
            <a:lvl7pPr lvl="6"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7pPr>
            <a:lvl8pPr lvl="7"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8pPr>
            <a:lvl9pPr lvl="8"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9pPr>
          </a:lstStyle>
          <a:p/>
        </p:txBody>
      </p:sp>
      <p:sp>
        <p:nvSpPr>
          <p:cNvPr id="101" name="Google Shape;101;p22"/>
          <p:cNvSpPr txBox="1"/>
          <p:nvPr/>
        </p:nvSpPr>
        <p:spPr>
          <a:xfrm>
            <a:off x="82700" y="907275"/>
            <a:ext cx="265500" cy="47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Libre Baskerville"/>
                <a:ea typeface="Libre Baskerville"/>
                <a:cs typeface="Libre Baskerville"/>
                <a:sym typeface="Libre Baskerville"/>
              </a:rPr>
              <a:t>“</a:t>
            </a:r>
            <a:endParaRPr b="0" i="0" sz="2500" u="none" cap="none" strike="noStrike">
              <a:solidFill>
                <a:schemeClr val="lt1"/>
              </a:solidFill>
              <a:latin typeface="Libre Baskerville"/>
              <a:ea typeface="Libre Baskerville"/>
              <a:cs typeface="Libre Baskerville"/>
              <a:sym typeface="Libre Baskerville"/>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2">
  <p:cSld name="SECTION_TITLE_AND_DESCRIPTION_2">
    <p:bg>
      <p:bgPr>
        <a:solidFill>
          <a:schemeClr val="lt1"/>
        </a:solidFill>
      </p:bgPr>
    </p:bg>
    <p:spTree>
      <p:nvGrpSpPr>
        <p:cNvPr id="102" name="Shape 102"/>
        <p:cNvGrpSpPr/>
        <p:nvPr/>
      </p:nvGrpSpPr>
      <p:grpSpPr>
        <a:xfrm>
          <a:off x="0" y="0"/>
          <a:ext cx="0" cy="0"/>
          <a:chOff x="0" y="0"/>
          <a:chExt cx="0" cy="0"/>
        </a:xfrm>
      </p:grpSpPr>
      <p:sp>
        <p:nvSpPr>
          <p:cNvPr id="103" name="Google Shape;103;p23"/>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104" name="Google Shape;104;p23"/>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05" name="Google Shape;105;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rtl="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rtl="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rtl="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rtl="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rtl="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rtl="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rtl="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rtl="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rtl="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
        <p:nvSpPr>
          <p:cNvPr id="106" name="Google Shape;106;p23"/>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07" name="Google Shape;107;p2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08" name="Google Shape;108;p2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3">
  <p:cSld name="SECTION_TITLE_AND_DESCRIPTION_1">
    <p:bg>
      <p:bgPr>
        <a:solidFill>
          <a:schemeClr val="lt1"/>
        </a:solidFill>
      </p:bgPr>
    </p:bg>
    <p:spTree>
      <p:nvGrpSpPr>
        <p:cNvPr id="109" name="Shape 109"/>
        <p:cNvGrpSpPr/>
        <p:nvPr/>
      </p:nvGrpSpPr>
      <p:grpSpPr>
        <a:xfrm>
          <a:off x="0" y="0"/>
          <a:ext cx="0" cy="0"/>
          <a:chOff x="0" y="0"/>
          <a:chExt cx="0" cy="0"/>
        </a:xfrm>
      </p:grpSpPr>
      <p:sp>
        <p:nvSpPr>
          <p:cNvPr id="110" name="Google Shape;110;p24"/>
          <p:cNvSpPr txBox="1"/>
          <p:nvPr>
            <p:ph type="title"/>
          </p:nvPr>
        </p:nvSpPr>
        <p:spPr>
          <a:xfrm>
            <a:off x="4796675" y="342900"/>
            <a:ext cx="3036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111" name="Google Shape;111;p24"/>
          <p:cNvSpPr txBox="1"/>
          <p:nvPr>
            <p:ph idx="1" type="body"/>
          </p:nvPr>
        </p:nvSpPr>
        <p:spPr>
          <a:xfrm>
            <a:off x="4796675" y="1152475"/>
            <a:ext cx="39966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12" name="Google Shape;112;p24"/>
          <p:cNvSpPr/>
          <p:nvPr/>
        </p:nvSpPr>
        <p:spPr>
          <a:xfrm>
            <a:off x="17550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4"/>
          <p:cNvSpPr txBox="1"/>
          <p:nvPr>
            <p:ph idx="2" type="body"/>
          </p:nvPr>
        </p:nvSpPr>
        <p:spPr>
          <a:xfrm>
            <a:off x="425550" y="724075"/>
            <a:ext cx="3837000" cy="3844800"/>
          </a:xfrm>
          <a:prstGeom prst="rect">
            <a:avLst/>
          </a:prstGeom>
          <a:noFill/>
          <a:ln>
            <a:noFill/>
          </a:ln>
        </p:spPr>
        <p:txBody>
          <a:bodyPr anchorCtr="0" anchor="ctr" bIns="91425" lIns="91425" spcFirstLastPara="1" rIns="91425" wrap="square" tIns="91425">
            <a:noAutofit/>
          </a:bodyPr>
          <a:lstStyle>
            <a:lvl1pPr indent="-292100" lvl="0" marL="457200" rtl="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rtl="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rtl="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rtl="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rtl="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rtl="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rtl="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rtl="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rtl="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CAPTION_ONLY">
    <p:bg>
      <p:bgPr>
        <a:solidFill>
          <a:schemeClr val="lt1"/>
        </a:solidFill>
      </p:bgPr>
    </p:bg>
    <p:spTree>
      <p:nvGrpSpPr>
        <p:cNvPr id="114" name="Shape 114"/>
        <p:cNvGrpSpPr/>
        <p:nvPr/>
      </p:nvGrpSpPr>
      <p:grpSpPr>
        <a:xfrm>
          <a:off x="0" y="0"/>
          <a:ext cx="0" cy="0"/>
          <a:chOff x="0" y="0"/>
          <a:chExt cx="0" cy="0"/>
        </a:xfrm>
      </p:grpSpPr>
      <p:sp>
        <p:nvSpPr>
          <p:cNvPr id="115" name="Google Shape;115;p25"/>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16" name="Google Shape;116;p2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17" name="Google Shape;117;p2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118" name="Shape 118"/>
        <p:cNvGrpSpPr/>
        <p:nvPr/>
      </p:nvGrpSpPr>
      <p:grpSpPr>
        <a:xfrm>
          <a:off x="0" y="0"/>
          <a:ext cx="0" cy="0"/>
          <a:chOff x="0" y="0"/>
          <a:chExt cx="0" cy="0"/>
        </a:xfrm>
      </p:grpSpPr>
      <p:sp>
        <p:nvSpPr>
          <p:cNvPr id="119" name="Google Shape;119;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rtl="0" algn="ctr">
              <a:lnSpc>
                <a:spcPct val="80000"/>
              </a:lnSpc>
              <a:spcBef>
                <a:spcPts val="0"/>
              </a:spcBef>
              <a:spcAft>
                <a:spcPts val="0"/>
              </a:spcAft>
              <a:buSzPts val="12000"/>
              <a:buFont typeface="DM Mono Medium"/>
              <a:buNone/>
              <a:defRPr sz="12000">
                <a:latin typeface="DM Mono Medium"/>
                <a:ea typeface="DM Mono Medium"/>
                <a:cs typeface="DM Mono Medium"/>
                <a:sym typeface="DM Mono Medium"/>
              </a:defRPr>
            </a:lvl1pPr>
            <a:lvl2pPr lvl="1" rtl="0" algn="ctr">
              <a:lnSpc>
                <a:spcPct val="80000"/>
              </a:lnSpc>
              <a:spcBef>
                <a:spcPts val="0"/>
              </a:spcBef>
              <a:spcAft>
                <a:spcPts val="0"/>
              </a:spcAft>
              <a:buSzPts val="12000"/>
              <a:buNone/>
              <a:defRPr sz="12000"/>
            </a:lvl2pPr>
            <a:lvl3pPr lvl="2" rtl="0" algn="ctr">
              <a:lnSpc>
                <a:spcPct val="80000"/>
              </a:lnSpc>
              <a:spcBef>
                <a:spcPts val="0"/>
              </a:spcBef>
              <a:spcAft>
                <a:spcPts val="0"/>
              </a:spcAft>
              <a:buSzPts val="12000"/>
              <a:buNone/>
              <a:defRPr sz="12000"/>
            </a:lvl3pPr>
            <a:lvl4pPr lvl="3" rtl="0" algn="ctr">
              <a:lnSpc>
                <a:spcPct val="80000"/>
              </a:lnSpc>
              <a:spcBef>
                <a:spcPts val="0"/>
              </a:spcBef>
              <a:spcAft>
                <a:spcPts val="0"/>
              </a:spcAft>
              <a:buSzPts val="12000"/>
              <a:buNone/>
              <a:defRPr sz="12000"/>
            </a:lvl4pPr>
            <a:lvl5pPr lvl="4" rtl="0" algn="ctr">
              <a:lnSpc>
                <a:spcPct val="80000"/>
              </a:lnSpc>
              <a:spcBef>
                <a:spcPts val="0"/>
              </a:spcBef>
              <a:spcAft>
                <a:spcPts val="0"/>
              </a:spcAft>
              <a:buSzPts val="12000"/>
              <a:buNone/>
              <a:defRPr sz="12000"/>
            </a:lvl5pPr>
            <a:lvl6pPr lvl="5" rtl="0" algn="ctr">
              <a:lnSpc>
                <a:spcPct val="80000"/>
              </a:lnSpc>
              <a:spcBef>
                <a:spcPts val="0"/>
              </a:spcBef>
              <a:spcAft>
                <a:spcPts val="0"/>
              </a:spcAft>
              <a:buSzPts val="12000"/>
              <a:buNone/>
              <a:defRPr sz="12000"/>
            </a:lvl6pPr>
            <a:lvl7pPr lvl="6" rtl="0" algn="ctr">
              <a:lnSpc>
                <a:spcPct val="80000"/>
              </a:lnSpc>
              <a:spcBef>
                <a:spcPts val="0"/>
              </a:spcBef>
              <a:spcAft>
                <a:spcPts val="0"/>
              </a:spcAft>
              <a:buSzPts val="12000"/>
              <a:buNone/>
              <a:defRPr sz="12000"/>
            </a:lvl7pPr>
            <a:lvl8pPr lvl="7" rtl="0" algn="ctr">
              <a:lnSpc>
                <a:spcPct val="80000"/>
              </a:lnSpc>
              <a:spcBef>
                <a:spcPts val="0"/>
              </a:spcBef>
              <a:spcAft>
                <a:spcPts val="0"/>
              </a:spcAft>
              <a:buSzPts val="12000"/>
              <a:buNone/>
              <a:defRPr sz="12000"/>
            </a:lvl8pPr>
            <a:lvl9pPr lvl="8" rtl="0" algn="ctr">
              <a:lnSpc>
                <a:spcPct val="80000"/>
              </a:lnSpc>
              <a:spcBef>
                <a:spcPts val="0"/>
              </a:spcBef>
              <a:spcAft>
                <a:spcPts val="0"/>
              </a:spcAft>
              <a:buSzPts val="12000"/>
              <a:buNone/>
              <a:defRPr sz="12000"/>
            </a:lvl9pPr>
          </a:lstStyle>
          <a:p>
            <a:r>
              <a:t>xx%</a:t>
            </a:r>
          </a:p>
        </p:txBody>
      </p:sp>
      <p:sp>
        <p:nvSpPr>
          <p:cNvPr id="120" name="Google Shape;120;p26"/>
          <p:cNvSpPr txBox="1"/>
          <p:nvPr>
            <p:ph idx="1" type="body"/>
          </p:nvPr>
        </p:nvSpPr>
        <p:spPr>
          <a:xfrm>
            <a:off x="311700" y="3152225"/>
            <a:ext cx="8520600" cy="1416600"/>
          </a:xfrm>
          <a:prstGeom prst="rect">
            <a:avLst/>
          </a:prstGeom>
          <a:noFill/>
          <a:ln>
            <a:noFill/>
          </a:ln>
        </p:spPr>
        <p:txBody>
          <a:bodyPr anchorCtr="0" anchor="t" bIns="91425" lIns="91425" spcFirstLastPara="1" rIns="91425" wrap="square" tIns="91425">
            <a:noAutofit/>
          </a:bodyPr>
          <a:lstStyle>
            <a:lvl1pPr indent="-304800" lvl="0" marL="457200" rtl="0" algn="ctr">
              <a:lnSpc>
                <a:spcPct val="115000"/>
              </a:lnSpc>
              <a:spcBef>
                <a:spcPts val="0"/>
              </a:spcBef>
              <a:spcAft>
                <a:spcPts val="0"/>
              </a:spcAft>
              <a:buSzPts val="1200"/>
              <a:buFont typeface="DM Sans"/>
              <a:buChar char="●"/>
              <a:defRPr>
                <a:latin typeface="DM Sans"/>
                <a:ea typeface="DM Sans"/>
                <a:cs typeface="DM Sans"/>
                <a:sym typeface="DM Sans"/>
              </a:defRPr>
            </a:lvl1pPr>
            <a:lvl2pPr indent="-279400" lvl="1" marL="914400" rtl="0" algn="ctr">
              <a:lnSpc>
                <a:spcPct val="115000"/>
              </a:lnSpc>
              <a:spcBef>
                <a:spcPts val="0"/>
              </a:spcBef>
              <a:spcAft>
                <a:spcPts val="0"/>
              </a:spcAft>
              <a:buSzPts val="800"/>
              <a:buFont typeface="DM Sans"/>
              <a:buChar char="○"/>
              <a:defRPr>
                <a:latin typeface="DM Sans"/>
                <a:ea typeface="DM Sans"/>
                <a:cs typeface="DM Sans"/>
                <a:sym typeface="DM Sans"/>
              </a:defRPr>
            </a:lvl2pPr>
            <a:lvl3pPr indent="-279400" lvl="2" marL="1371600" rtl="0" algn="ctr">
              <a:lnSpc>
                <a:spcPct val="115000"/>
              </a:lnSpc>
              <a:spcBef>
                <a:spcPts val="0"/>
              </a:spcBef>
              <a:spcAft>
                <a:spcPts val="0"/>
              </a:spcAft>
              <a:buSzPts val="800"/>
              <a:buFont typeface="DM Sans"/>
              <a:buChar char="■"/>
              <a:defRPr>
                <a:latin typeface="DM Sans"/>
                <a:ea typeface="DM Sans"/>
                <a:cs typeface="DM Sans"/>
                <a:sym typeface="DM Sans"/>
              </a:defRPr>
            </a:lvl3pPr>
            <a:lvl4pPr indent="-279400" lvl="3" marL="1828800" rtl="0" algn="ctr">
              <a:lnSpc>
                <a:spcPct val="115000"/>
              </a:lnSpc>
              <a:spcBef>
                <a:spcPts val="0"/>
              </a:spcBef>
              <a:spcAft>
                <a:spcPts val="0"/>
              </a:spcAft>
              <a:buSzPts val="800"/>
              <a:buFont typeface="DM Sans"/>
              <a:buChar char="●"/>
              <a:defRPr>
                <a:latin typeface="DM Sans"/>
                <a:ea typeface="DM Sans"/>
                <a:cs typeface="DM Sans"/>
                <a:sym typeface="DM Sans"/>
              </a:defRPr>
            </a:lvl4pPr>
            <a:lvl5pPr indent="-279400" lvl="4" marL="2286000" rtl="0" algn="ctr">
              <a:lnSpc>
                <a:spcPct val="115000"/>
              </a:lnSpc>
              <a:spcBef>
                <a:spcPts val="0"/>
              </a:spcBef>
              <a:spcAft>
                <a:spcPts val="0"/>
              </a:spcAft>
              <a:buSzPts val="800"/>
              <a:buFont typeface="DM Sans"/>
              <a:buChar char="○"/>
              <a:defRPr>
                <a:latin typeface="DM Sans"/>
                <a:ea typeface="DM Sans"/>
                <a:cs typeface="DM Sans"/>
                <a:sym typeface="DM Sans"/>
              </a:defRPr>
            </a:lvl5pPr>
            <a:lvl6pPr indent="-279400" lvl="5" marL="2743200" rtl="0" algn="ctr">
              <a:lnSpc>
                <a:spcPct val="115000"/>
              </a:lnSpc>
              <a:spcBef>
                <a:spcPts val="0"/>
              </a:spcBef>
              <a:spcAft>
                <a:spcPts val="0"/>
              </a:spcAft>
              <a:buSzPts val="800"/>
              <a:buFont typeface="DM Sans"/>
              <a:buChar char="■"/>
              <a:defRPr>
                <a:latin typeface="DM Sans"/>
                <a:ea typeface="DM Sans"/>
                <a:cs typeface="DM Sans"/>
                <a:sym typeface="DM Sans"/>
              </a:defRPr>
            </a:lvl6pPr>
            <a:lvl7pPr indent="-279400" lvl="6" marL="3200400" rtl="0" algn="ctr">
              <a:lnSpc>
                <a:spcPct val="115000"/>
              </a:lnSpc>
              <a:spcBef>
                <a:spcPts val="0"/>
              </a:spcBef>
              <a:spcAft>
                <a:spcPts val="0"/>
              </a:spcAft>
              <a:buSzPts val="800"/>
              <a:buFont typeface="DM Sans"/>
              <a:buChar char="●"/>
              <a:defRPr>
                <a:latin typeface="DM Sans"/>
                <a:ea typeface="DM Sans"/>
                <a:cs typeface="DM Sans"/>
                <a:sym typeface="DM Sans"/>
              </a:defRPr>
            </a:lvl7pPr>
            <a:lvl8pPr indent="-279400" lvl="7" marL="3657600" rtl="0" algn="ctr">
              <a:lnSpc>
                <a:spcPct val="115000"/>
              </a:lnSpc>
              <a:spcBef>
                <a:spcPts val="0"/>
              </a:spcBef>
              <a:spcAft>
                <a:spcPts val="0"/>
              </a:spcAft>
              <a:buSzPts val="800"/>
              <a:buFont typeface="DM Sans"/>
              <a:buChar char="○"/>
              <a:defRPr>
                <a:latin typeface="DM Sans"/>
                <a:ea typeface="DM Sans"/>
                <a:cs typeface="DM Sans"/>
                <a:sym typeface="DM Sans"/>
              </a:defRPr>
            </a:lvl8pPr>
            <a:lvl9pPr indent="-279400" lvl="8" marL="4114800" rtl="0" algn="ctr">
              <a:lnSpc>
                <a:spcPct val="115000"/>
              </a:lnSpc>
              <a:spcBef>
                <a:spcPts val="0"/>
              </a:spcBef>
              <a:spcAft>
                <a:spcPts val="0"/>
              </a:spcAft>
              <a:buSzPts val="800"/>
              <a:buFont typeface="DM Sans"/>
              <a:buChar char="■"/>
              <a:defRPr>
                <a:latin typeface="DM Sans"/>
                <a:ea typeface="DM Sans"/>
                <a:cs typeface="DM Sans"/>
                <a:sym typeface="DM Sans"/>
              </a:defRPr>
            </a:lvl9pPr>
          </a:lstStyle>
          <a:p/>
        </p:txBody>
      </p:sp>
      <p:sp>
        <p:nvSpPr>
          <p:cNvPr id="121" name="Google Shape;121;p26"/>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22" name="Google Shape;122;p2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23" name="Google Shape;123;p2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Slide">
  <p:cSld name="1_Text Slide">
    <p:spTree>
      <p:nvGrpSpPr>
        <p:cNvPr id="124" name="Shape 124"/>
        <p:cNvGrpSpPr/>
        <p:nvPr/>
      </p:nvGrpSpPr>
      <p:grpSpPr>
        <a:xfrm>
          <a:off x="0" y="0"/>
          <a:ext cx="0" cy="0"/>
          <a:chOff x="0" y="0"/>
          <a:chExt cx="0" cy="0"/>
        </a:xfrm>
      </p:grpSpPr>
      <p:pic>
        <p:nvPicPr>
          <p:cNvPr id="125" name="Google Shape;125;p27"/>
          <p:cNvPicPr preferRelativeResize="0"/>
          <p:nvPr/>
        </p:nvPicPr>
        <p:blipFill rotWithShape="1">
          <a:blip r:embed="rId2">
            <a:alphaModFix/>
          </a:blip>
          <a:srcRect b="0" l="0" r="0" t="0"/>
          <a:stretch/>
        </p:blipFill>
        <p:spPr>
          <a:xfrm>
            <a:off x="0" y="1"/>
            <a:ext cx="9143998" cy="5143499"/>
          </a:xfrm>
          <a:prstGeom prst="rect">
            <a:avLst/>
          </a:prstGeom>
          <a:noFill/>
          <a:ln>
            <a:noFill/>
          </a:ln>
        </p:spPr>
      </p:pic>
      <p:pic>
        <p:nvPicPr>
          <p:cNvPr id="126" name="Google Shape;126;p27"/>
          <p:cNvPicPr preferRelativeResize="0"/>
          <p:nvPr/>
        </p:nvPicPr>
        <p:blipFill rotWithShape="1">
          <a:blip r:embed="rId3">
            <a:alphaModFix/>
          </a:blip>
          <a:srcRect b="0" l="0" r="0" t="0"/>
          <a:stretch/>
        </p:blipFill>
        <p:spPr>
          <a:xfrm>
            <a:off x="8338948" y="4865533"/>
            <a:ext cx="492000" cy="167185"/>
          </a:xfrm>
          <a:prstGeom prst="rect">
            <a:avLst/>
          </a:prstGeom>
          <a:noFill/>
          <a:ln>
            <a:noFill/>
          </a:ln>
        </p:spPr>
      </p:pic>
      <p:sp>
        <p:nvSpPr>
          <p:cNvPr id="127" name="Google Shape;127;p27"/>
          <p:cNvSpPr txBox="1"/>
          <p:nvPr/>
        </p:nvSpPr>
        <p:spPr>
          <a:xfrm>
            <a:off x="890193" y="4925177"/>
            <a:ext cx="3393900" cy="771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Open Sans Light"/>
              <a:buNone/>
            </a:pPr>
            <a:r>
              <a:rPr b="0" i="0" lang="en" sz="500" u="none" cap="none" strike="noStrike">
                <a:solidFill>
                  <a:schemeClr val="lt2"/>
                </a:solidFill>
                <a:latin typeface="Open Sans Light"/>
                <a:ea typeface="Open Sans Light"/>
                <a:cs typeface="Open Sans Light"/>
                <a:sym typeface="Open Sans Light"/>
              </a:rPr>
              <a:t>Copyright © 2023 Kyriba Corp. All rights reserved.</a:t>
            </a:r>
            <a:endParaRPr b="0" i="1" sz="500" u="none" cap="none" strike="noStrike">
              <a:solidFill>
                <a:schemeClr val="lt2"/>
              </a:solidFill>
              <a:latin typeface="Open Sans Light"/>
              <a:ea typeface="Open Sans Light"/>
              <a:cs typeface="Open Sans Light"/>
              <a:sym typeface="Open Sans Light"/>
            </a:endParaRPr>
          </a:p>
        </p:txBody>
      </p:sp>
      <p:sp>
        <p:nvSpPr>
          <p:cNvPr id="128" name="Google Shape;128;p27"/>
          <p:cNvSpPr txBox="1"/>
          <p:nvPr>
            <p:ph idx="1" type="body"/>
          </p:nvPr>
        </p:nvSpPr>
        <p:spPr>
          <a:xfrm>
            <a:off x="477871" y="238545"/>
            <a:ext cx="8237100" cy="6393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100"/>
              <a:buFont typeface="Arial"/>
              <a:buNone/>
              <a:defRPr b="1" i="0" sz="2100" u="none" cap="none" strike="noStrike">
                <a:solidFill>
                  <a:schemeClr val="dk1"/>
                </a:solidFill>
                <a:latin typeface="Open Sans ExtraBold"/>
                <a:ea typeface="Open Sans ExtraBold"/>
                <a:cs typeface="Open Sans ExtraBold"/>
                <a:sym typeface="Open Sans Extra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Open Sans"/>
                <a:ea typeface="Open Sans"/>
                <a:cs typeface="Open Sans"/>
                <a:sym typeface="Open Sans"/>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Open Sans"/>
                <a:ea typeface="Open Sans"/>
                <a:cs typeface="Open Sans"/>
                <a:sym typeface="Open Sans"/>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129" name="Google Shape;129;p27"/>
          <p:cNvSpPr txBox="1"/>
          <p:nvPr/>
        </p:nvSpPr>
        <p:spPr>
          <a:xfrm>
            <a:off x="376358" y="4828652"/>
            <a:ext cx="3813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chemeClr val="lt1"/>
                </a:solidFill>
                <a:latin typeface="Open Sans"/>
                <a:ea typeface="Open Sans"/>
                <a:cs typeface="Open Sans"/>
                <a:sym typeface="Open Sans"/>
              </a:rPr>
              <a:t>‹#›</a:t>
            </a:fld>
            <a:endParaRPr b="0" i="0" sz="900" u="none" cap="none" strike="noStrike">
              <a:solidFill>
                <a:schemeClr val="lt1"/>
              </a:solidFill>
              <a:latin typeface="Open Sans"/>
              <a:ea typeface="Open Sans"/>
              <a:cs typeface="Open Sans"/>
              <a:sym typeface="Open Sans"/>
            </a:endParaRPr>
          </a:p>
        </p:txBody>
      </p:sp>
      <p:sp>
        <p:nvSpPr>
          <p:cNvPr id="130" name="Google Shape;130;p27"/>
          <p:cNvSpPr txBox="1"/>
          <p:nvPr>
            <p:ph idx="2" type="body"/>
          </p:nvPr>
        </p:nvSpPr>
        <p:spPr>
          <a:xfrm>
            <a:off x="477871" y="1031683"/>
            <a:ext cx="8237100" cy="33597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100000"/>
              </a:lnSpc>
              <a:spcBef>
                <a:spcPts val="800"/>
              </a:spcBef>
              <a:spcAft>
                <a:spcPts val="0"/>
              </a:spcAft>
              <a:buClr>
                <a:schemeClr val="accent1"/>
              </a:buClr>
              <a:buSzPts val="1500"/>
              <a:buFont typeface="Arial"/>
              <a:buChar char="•"/>
              <a:defRPr b="1" i="0" sz="1500" u="none" cap="none" strike="noStrike">
                <a:solidFill>
                  <a:schemeClr val="dk1"/>
                </a:solidFill>
                <a:latin typeface="Open Sans"/>
                <a:ea typeface="Open Sans"/>
                <a:cs typeface="Open Sans"/>
                <a:sym typeface="Open Sans"/>
              </a:defRPr>
            </a:lvl1pPr>
            <a:lvl2pPr indent="-317500" lvl="1" marL="914400" marR="0" rtl="0" algn="l">
              <a:lnSpc>
                <a:spcPct val="100000"/>
              </a:lnSpc>
              <a:spcBef>
                <a:spcPts val="400"/>
              </a:spcBef>
              <a:spcAft>
                <a:spcPts val="0"/>
              </a:spcAft>
              <a:buClr>
                <a:schemeClr val="accent1"/>
              </a:buClr>
              <a:buSzPts val="1400"/>
              <a:buFont typeface="Arial"/>
              <a:buChar char="•"/>
              <a:defRPr b="0" i="0" sz="1400" u="none" cap="none" strike="noStrike">
                <a:solidFill>
                  <a:schemeClr val="dk1"/>
                </a:solidFill>
                <a:latin typeface="Open Sans"/>
                <a:ea typeface="Open Sans"/>
                <a:cs typeface="Open Sans"/>
                <a:sym typeface="Open Sans"/>
              </a:defRPr>
            </a:lvl2pPr>
            <a:lvl3pPr indent="-304800" lvl="2" marL="1371600" marR="0" rtl="0" algn="l">
              <a:lnSpc>
                <a:spcPct val="100000"/>
              </a:lnSpc>
              <a:spcBef>
                <a:spcPts val="400"/>
              </a:spcBef>
              <a:spcAft>
                <a:spcPts val="0"/>
              </a:spcAft>
              <a:buClr>
                <a:schemeClr val="accent1"/>
              </a:buClr>
              <a:buSzPts val="1200"/>
              <a:buFont typeface="Arial"/>
              <a:buChar char="•"/>
              <a:defRPr b="0" i="0" sz="1200" u="none" cap="none" strike="noStrike">
                <a:solidFill>
                  <a:schemeClr val="dk1"/>
                </a:solidFill>
                <a:latin typeface="Open Sans"/>
                <a:ea typeface="Open Sans"/>
                <a:cs typeface="Open Sans"/>
                <a:sym typeface="Open Sans"/>
              </a:defRPr>
            </a:lvl3pPr>
            <a:lvl4pPr indent="-298450" lvl="3" marL="1828800" marR="0" rtl="0" algn="l">
              <a:lnSpc>
                <a:spcPct val="100000"/>
              </a:lnSpc>
              <a:spcBef>
                <a:spcPts val="400"/>
              </a:spcBef>
              <a:spcAft>
                <a:spcPts val="0"/>
              </a:spcAft>
              <a:buClr>
                <a:schemeClr val="accent1"/>
              </a:buClr>
              <a:buSzPts val="1100"/>
              <a:buFont typeface="Arial"/>
              <a:buChar char="•"/>
              <a:defRPr b="0" i="0" sz="1100" u="none" cap="none" strike="noStrike">
                <a:solidFill>
                  <a:schemeClr val="dk1"/>
                </a:solidFill>
                <a:latin typeface="Open Sans"/>
                <a:ea typeface="Open Sans"/>
                <a:cs typeface="Open Sans"/>
                <a:sym typeface="Open Sans"/>
              </a:defRPr>
            </a:lvl4pPr>
            <a:lvl5pPr indent="-298450" lvl="4" marL="2286000" marR="0" rtl="0" algn="l">
              <a:lnSpc>
                <a:spcPct val="100000"/>
              </a:lnSpc>
              <a:spcBef>
                <a:spcPts val="400"/>
              </a:spcBef>
              <a:spcAft>
                <a:spcPts val="0"/>
              </a:spcAft>
              <a:buClr>
                <a:schemeClr val="accent1"/>
              </a:buClr>
              <a:buSzPts val="1100"/>
              <a:buFont typeface="Arial"/>
              <a:buChar char="•"/>
              <a:defRPr b="0" i="0" sz="11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agraph_Text_Gradient_Footer">
  <p:cSld name="Paragraph_Text_Gradient_Footer">
    <p:spTree>
      <p:nvGrpSpPr>
        <p:cNvPr id="131" name="Shape 131"/>
        <p:cNvGrpSpPr/>
        <p:nvPr/>
      </p:nvGrpSpPr>
      <p:grpSpPr>
        <a:xfrm>
          <a:off x="0" y="0"/>
          <a:ext cx="0" cy="0"/>
          <a:chOff x="0" y="0"/>
          <a:chExt cx="0" cy="0"/>
        </a:xfrm>
      </p:grpSpPr>
      <p:sp>
        <p:nvSpPr>
          <p:cNvPr id="132" name="Google Shape;132;p28"/>
          <p:cNvSpPr/>
          <p:nvPr/>
        </p:nvSpPr>
        <p:spPr>
          <a:xfrm>
            <a:off x="0" y="4775873"/>
            <a:ext cx="9144000" cy="365100"/>
          </a:xfrm>
          <a:prstGeom prst="rect">
            <a:avLst/>
          </a:prstGeom>
          <a:gradFill>
            <a:gsLst>
              <a:gs pos="0">
                <a:schemeClr val="accent1"/>
              </a:gs>
              <a:gs pos="13000">
                <a:schemeClr val="dk2"/>
              </a:gs>
              <a:gs pos="100000">
                <a:schemeClr val="dk2"/>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133" name="Google Shape;133;p28"/>
          <p:cNvSpPr txBox="1"/>
          <p:nvPr>
            <p:ph idx="1" type="body"/>
          </p:nvPr>
        </p:nvSpPr>
        <p:spPr>
          <a:xfrm>
            <a:off x="384048" y="1200150"/>
            <a:ext cx="8140800" cy="32634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1800"/>
              </a:spcBef>
              <a:spcAft>
                <a:spcPts val="0"/>
              </a:spcAft>
              <a:buClr>
                <a:schemeClr val="accent1"/>
              </a:buClr>
              <a:buSzPts val="1500"/>
              <a:buNone/>
              <a:defRPr>
                <a:latin typeface="Open Sans Light"/>
                <a:ea typeface="Open Sans Light"/>
                <a:cs typeface="Open Sans Light"/>
                <a:sym typeface="Open Sans Light"/>
              </a:defRPr>
            </a:lvl1pPr>
            <a:lvl2pPr indent="-228600" lvl="1" marL="914400" rtl="0" algn="l">
              <a:lnSpc>
                <a:spcPct val="90000"/>
              </a:lnSpc>
              <a:spcBef>
                <a:spcPts val="500"/>
              </a:spcBef>
              <a:spcAft>
                <a:spcPts val="0"/>
              </a:spcAft>
              <a:buClr>
                <a:schemeClr val="accent1"/>
              </a:buClr>
              <a:buSzPts val="1400"/>
              <a:buNone/>
              <a:defRPr>
                <a:latin typeface="Open Sans Light"/>
                <a:ea typeface="Open Sans Light"/>
                <a:cs typeface="Open Sans Light"/>
                <a:sym typeface="Open Sans Light"/>
              </a:defRPr>
            </a:lvl2pPr>
            <a:lvl3pPr indent="-228600" lvl="2" marL="1371600" rtl="0" algn="l">
              <a:lnSpc>
                <a:spcPct val="90000"/>
              </a:lnSpc>
              <a:spcBef>
                <a:spcPts val="500"/>
              </a:spcBef>
              <a:spcAft>
                <a:spcPts val="0"/>
              </a:spcAft>
              <a:buClr>
                <a:schemeClr val="accent1"/>
              </a:buClr>
              <a:buSzPts val="1200"/>
              <a:buNone/>
              <a:defRPr>
                <a:latin typeface="Open Sans Light"/>
                <a:ea typeface="Open Sans Light"/>
                <a:cs typeface="Open Sans Light"/>
                <a:sym typeface="Open Sans Light"/>
              </a:defRPr>
            </a:lvl3pPr>
            <a:lvl4pPr indent="-228600" lvl="3" marL="1828800" rtl="0" algn="l">
              <a:lnSpc>
                <a:spcPct val="90000"/>
              </a:lnSpc>
              <a:spcBef>
                <a:spcPts val="500"/>
              </a:spcBef>
              <a:spcAft>
                <a:spcPts val="0"/>
              </a:spcAft>
              <a:buClr>
                <a:schemeClr val="accent1"/>
              </a:buClr>
              <a:buSzPts val="1100"/>
              <a:buNone/>
              <a:defRPr>
                <a:latin typeface="Open Sans Light"/>
                <a:ea typeface="Open Sans Light"/>
                <a:cs typeface="Open Sans Light"/>
                <a:sym typeface="Open Sans Light"/>
              </a:defRPr>
            </a:lvl4pPr>
            <a:lvl5pPr indent="-298450" lvl="4" marL="2286000" rtl="0" algn="l">
              <a:lnSpc>
                <a:spcPct val="90000"/>
              </a:lnSpc>
              <a:spcBef>
                <a:spcPts val="400"/>
              </a:spcBef>
              <a:spcAft>
                <a:spcPts val="0"/>
              </a:spcAft>
              <a:buClr>
                <a:schemeClr val="accent1"/>
              </a:buClr>
              <a:buSzPts val="11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34" name="Google Shape;134;p28"/>
          <p:cNvSpPr txBox="1"/>
          <p:nvPr>
            <p:ph type="title"/>
          </p:nvPr>
        </p:nvSpPr>
        <p:spPr>
          <a:xfrm>
            <a:off x="384048" y="185166"/>
            <a:ext cx="8140800" cy="662100"/>
          </a:xfrm>
          <a:prstGeom prst="rect">
            <a:avLst/>
          </a:prstGeom>
          <a:noFill/>
          <a:ln>
            <a:noFill/>
          </a:ln>
        </p:spPr>
        <p:txBody>
          <a:bodyPr anchorCtr="0" anchor="t" bIns="0"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pic>
        <p:nvPicPr>
          <p:cNvPr id="135" name="Google Shape;135;p28"/>
          <p:cNvPicPr preferRelativeResize="0"/>
          <p:nvPr/>
        </p:nvPicPr>
        <p:blipFill rotWithShape="1">
          <a:blip r:embed="rId2">
            <a:alphaModFix/>
          </a:blip>
          <a:srcRect b="0" l="0" r="0" t="0"/>
          <a:stretch/>
        </p:blipFill>
        <p:spPr>
          <a:xfrm>
            <a:off x="8449056" y="4876492"/>
            <a:ext cx="507492" cy="172449"/>
          </a:xfrm>
          <a:prstGeom prst="rect">
            <a:avLst/>
          </a:prstGeom>
          <a:noFill/>
          <a:ln>
            <a:noFill/>
          </a:ln>
        </p:spPr>
      </p:pic>
      <p:sp>
        <p:nvSpPr>
          <p:cNvPr id="136" name="Google Shape;136;p28"/>
          <p:cNvSpPr txBox="1"/>
          <p:nvPr/>
        </p:nvSpPr>
        <p:spPr>
          <a:xfrm>
            <a:off x="744656" y="4912403"/>
            <a:ext cx="3393900" cy="771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Open Sans Light"/>
              <a:buNone/>
            </a:pPr>
            <a:r>
              <a:rPr b="0" i="0" lang="en" sz="500" u="none" cap="none" strike="noStrike">
                <a:solidFill>
                  <a:schemeClr val="lt1"/>
                </a:solidFill>
                <a:latin typeface="Open Sans Light"/>
                <a:ea typeface="Open Sans Light"/>
                <a:cs typeface="Open Sans Light"/>
                <a:sym typeface="Open Sans Light"/>
              </a:rPr>
              <a:t>Kyriba.com    Copyright © 2022 Kyriba Corp. All rights reserved.  |  </a:t>
            </a:r>
            <a:r>
              <a:rPr b="0" i="1" lang="en" sz="500" u="none" cap="none" strike="noStrike">
                <a:solidFill>
                  <a:schemeClr val="lt1"/>
                </a:solidFill>
                <a:latin typeface="Open Sans Light"/>
                <a:ea typeface="Open Sans Light"/>
                <a:cs typeface="Open Sans Light"/>
                <a:sym typeface="Open Sans Light"/>
              </a:rPr>
              <a:t>Proprietary &amp; Confidential</a:t>
            </a:r>
            <a:endParaRPr b="0" i="0" sz="1100" u="none" cap="none" strike="noStrike">
              <a:solidFill>
                <a:srgbClr val="000000"/>
              </a:solidFill>
              <a:latin typeface="Arial"/>
              <a:ea typeface="Arial"/>
              <a:cs typeface="Arial"/>
              <a:sym typeface="Arial"/>
            </a:endParaRPr>
          </a:p>
        </p:txBody>
      </p:sp>
      <p:sp>
        <p:nvSpPr>
          <p:cNvPr id="137" name="Google Shape;137;p28"/>
          <p:cNvSpPr txBox="1"/>
          <p:nvPr>
            <p:ph idx="12" type="sldNum"/>
          </p:nvPr>
        </p:nvSpPr>
        <p:spPr>
          <a:xfrm>
            <a:off x="191728" y="4820117"/>
            <a:ext cx="277500" cy="273900"/>
          </a:xfrm>
          <a:prstGeom prst="rect">
            <a:avLst/>
          </a:prstGeom>
          <a:noFill/>
          <a:ln>
            <a:noFill/>
          </a:ln>
        </p:spPr>
        <p:txBody>
          <a:bodyPr anchorCtr="0" anchor="ctr" bIns="34275" lIns="68575" spcFirstLastPara="1" rIns="68575" wrap="square" tIns="34275">
            <a:noAutofit/>
          </a:bodyPr>
          <a:lstStyle>
            <a:lvl1pPr indent="0" lvl="0"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1pPr>
            <a:lvl2pPr indent="0" lvl="1"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2pPr>
            <a:lvl3pPr indent="0" lvl="2"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3pPr>
            <a:lvl4pPr indent="0" lvl="3"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4pPr>
            <a:lvl5pPr indent="0" lvl="4"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5pPr>
            <a:lvl6pPr indent="0" lvl="5"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6pPr>
            <a:lvl7pPr indent="0" lvl="6"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7pPr>
            <a:lvl8pPr indent="0" lvl="7"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8pPr>
            <a:lvl9pPr indent="0" lvl="8"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1">
  <p:cSld name="TITLE_AND_TWO_COLUMNS_1">
    <p:bg>
      <p:bgPr>
        <a:solidFill>
          <a:schemeClr val="lt1"/>
        </a:solidFill>
      </p:bgPr>
    </p:bg>
    <p:spTree>
      <p:nvGrpSpPr>
        <p:cNvPr id="138" name="Shape 138"/>
        <p:cNvGrpSpPr/>
        <p:nvPr/>
      </p:nvGrpSpPr>
      <p:grpSpPr>
        <a:xfrm>
          <a:off x="0" y="0"/>
          <a:ext cx="0" cy="0"/>
          <a:chOff x="0" y="0"/>
          <a:chExt cx="0" cy="0"/>
        </a:xfrm>
      </p:grpSpPr>
      <p:sp>
        <p:nvSpPr>
          <p:cNvPr id="139" name="Google Shape;139;p29"/>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40" name="Google Shape;140;p29"/>
          <p:cNvSpPr txBox="1"/>
          <p:nvPr>
            <p:ph idx="1" type="body"/>
          </p:nvPr>
        </p:nvSpPr>
        <p:spPr>
          <a:xfrm>
            <a:off x="228600" y="1127875"/>
            <a:ext cx="4083000" cy="34164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SzPts val="800"/>
              <a:buFont typeface="DM Sans"/>
              <a:buChar char="●"/>
              <a:defRPr sz="1300">
                <a:latin typeface="DM Sans"/>
                <a:ea typeface="DM Sans"/>
                <a:cs typeface="DM Sans"/>
                <a:sym typeface="DM Sans"/>
              </a:defRPr>
            </a:lvl1pPr>
            <a:lvl2pPr indent="-279400" lvl="1" marL="914400" algn="l">
              <a:lnSpc>
                <a:spcPct val="115000"/>
              </a:lnSpc>
              <a:spcBef>
                <a:spcPts val="0"/>
              </a:spcBef>
              <a:spcAft>
                <a:spcPts val="0"/>
              </a:spcAft>
              <a:buSzPts val="800"/>
              <a:buFont typeface="DM Sans"/>
              <a:buChar char="○"/>
              <a:defRPr sz="900">
                <a:latin typeface="DM Sans"/>
                <a:ea typeface="DM Sans"/>
                <a:cs typeface="DM Sans"/>
                <a:sym typeface="DM Sans"/>
              </a:defRPr>
            </a:lvl2pPr>
            <a:lvl3pPr indent="-279400" lvl="2" marL="1371600" algn="l">
              <a:lnSpc>
                <a:spcPct val="115000"/>
              </a:lnSpc>
              <a:spcBef>
                <a:spcPts val="0"/>
              </a:spcBef>
              <a:spcAft>
                <a:spcPts val="0"/>
              </a:spcAft>
              <a:buSzPts val="800"/>
              <a:buFont typeface="DM Sans"/>
              <a:buChar char="■"/>
              <a:defRPr sz="900">
                <a:latin typeface="DM Sans"/>
                <a:ea typeface="DM Sans"/>
                <a:cs typeface="DM Sans"/>
                <a:sym typeface="DM Sans"/>
              </a:defRPr>
            </a:lvl3pPr>
            <a:lvl4pPr indent="-279400" lvl="3" marL="1828800" algn="l">
              <a:lnSpc>
                <a:spcPct val="115000"/>
              </a:lnSpc>
              <a:spcBef>
                <a:spcPts val="0"/>
              </a:spcBef>
              <a:spcAft>
                <a:spcPts val="0"/>
              </a:spcAft>
              <a:buSzPts val="800"/>
              <a:buFont typeface="DM Sans"/>
              <a:buChar char="●"/>
              <a:defRPr sz="900">
                <a:latin typeface="DM Sans"/>
                <a:ea typeface="DM Sans"/>
                <a:cs typeface="DM Sans"/>
                <a:sym typeface="DM Sans"/>
              </a:defRPr>
            </a:lvl4pPr>
            <a:lvl5pPr indent="-279400" lvl="4" marL="2286000" algn="l">
              <a:lnSpc>
                <a:spcPct val="115000"/>
              </a:lnSpc>
              <a:spcBef>
                <a:spcPts val="0"/>
              </a:spcBef>
              <a:spcAft>
                <a:spcPts val="0"/>
              </a:spcAft>
              <a:buSzPts val="800"/>
              <a:buFont typeface="DM Sans"/>
              <a:buChar char="○"/>
              <a:defRPr sz="900">
                <a:latin typeface="DM Sans"/>
                <a:ea typeface="DM Sans"/>
                <a:cs typeface="DM Sans"/>
                <a:sym typeface="DM Sans"/>
              </a:defRPr>
            </a:lvl5pPr>
            <a:lvl6pPr indent="-279400" lvl="5" marL="2743200" algn="l">
              <a:lnSpc>
                <a:spcPct val="115000"/>
              </a:lnSpc>
              <a:spcBef>
                <a:spcPts val="0"/>
              </a:spcBef>
              <a:spcAft>
                <a:spcPts val="0"/>
              </a:spcAft>
              <a:buSzPts val="800"/>
              <a:buFont typeface="DM Sans"/>
              <a:buChar char="■"/>
              <a:defRPr sz="900">
                <a:latin typeface="DM Sans"/>
                <a:ea typeface="DM Sans"/>
                <a:cs typeface="DM Sans"/>
                <a:sym typeface="DM Sans"/>
              </a:defRPr>
            </a:lvl6pPr>
            <a:lvl7pPr indent="-279400" lvl="6" marL="3200400" algn="l">
              <a:lnSpc>
                <a:spcPct val="115000"/>
              </a:lnSpc>
              <a:spcBef>
                <a:spcPts val="0"/>
              </a:spcBef>
              <a:spcAft>
                <a:spcPts val="0"/>
              </a:spcAft>
              <a:buSzPts val="800"/>
              <a:buFont typeface="DM Sans"/>
              <a:buChar char="●"/>
              <a:defRPr sz="900">
                <a:latin typeface="DM Sans"/>
                <a:ea typeface="DM Sans"/>
                <a:cs typeface="DM Sans"/>
                <a:sym typeface="DM Sans"/>
              </a:defRPr>
            </a:lvl7pPr>
            <a:lvl8pPr indent="-279400" lvl="7" marL="3657600" algn="l">
              <a:lnSpc>
                <a:spcPct val="115000"/>
              </a:lnSpc>
              <a:spcBef>
                <a:spcPts val="0"/>
              </a:spcBef>
              <a:spcAft>
                <a:spcPts val="0"/>
              </a:spcAft>
              <a:buSzPts val="800"/>
              <a:buFont typeface="DM Sans"/>
              <a:buChar char="○"/>
              <a:defRPr sz="900">
                <a:latin typeface="DM Sans"/>
                <a:ea typeface="DM Sans"/>
                <a:cs typeface="DM Sans"/>
                <a:sym typeface="DM Sans"/>
              </a:defRPr>
            </a:lvl8pPr>
            <a:lvl9pPr indent="-279400" lvl="8" marL="4114800" algn="l">
              <a:lnSpc>
                <a:spcPct val="115000"/>
              </a:lnSpc>
              <a:spcBef>
                <a:spcPts val="0"/>
              </a:spcBef>
              <a:spcAft>
                <a:spcPts val="0"/>
              </a:spcAft>
              <a:buSzPts val="800"/>
              <a:buFont typeface="DM Sans"/>
              <a:buChar char="■"/>
              <a:defRPr sz="900">
                <a:latin typeface="DM Sans"/>
                <a:ea typeface="DM Sans"/>
                <a:cs typeface="DM Sans"/>
                <a:sym typeface="DM Sans"/>
              </a:defRPr>
            </a:lvl9pPr>
          </a:lstStyle>
          <a:p/>
        </p:txBody>
      </p:sp>
      <p:sp>
        <p:nvSpPr>
          <p:cNvPr id="141" name="Google Shape;141;p29"/>
          <p:cNvSpPr txBox="1"/>
          <p:nvPr>
            <p:ph idx="2" type="body"/>
          </p:nvPr>
        </p:nvSpPr>
        <p:spPr>
          <a:xfrm>
            <a:off x="4692600" y="1127875"/>
            <a:ext cx="4083000" cy="34164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SzPts val="800"/>
              <a:buFont typeface="DM Sans"/>
              <a:buChar char="●"/>
              <a:defRPr sz="1300">
                <a:latin typeface="DM Sans"/>
                <a:ea typeface="DM Sans"/>
                <a:cs typeface="DM Sans"/>
                <a:sym typeface="DM Sans"/>
              </a:defRPr>
            </a:lvl1pPr>
            <a:lvl2pPr indent="-279400" lvl="1" marL="914400" algn="l">
              <a:lnSpc>
                <a:spcPct val="115000"/>
              </a:lnSpc>
              <a:spcBef>
                <a:spcPts val="0"/>
              </a:spcBef>
              <a:spcAft>
                <a:spcPts val="0"/>
              </a:spcAft>
              <a:buSzPts val="800"/>
              <a:buFont typeface="DM Sans"/>
              <a:buChar char="○"/>
              <a:defRPr sz="900">
                <a:latin typeface="DM Sans"/>
                <a:ea typeface="DM Sans"/>
                <a:cs typeface="DM Sans"/>
                <a:sym typeface="DM Sans"/>
              </a:defRPr>
            </a:lvl2pPr>
            <a:lvl3pPr indent="-279400" lvl="2" marL="1371600" algn="l">
              <a:lnSpc>
                <a:spcPct val="115000"/>
              </a:lnSpc>
              <a:spcBef>
                <a:spcPts val="0"/>
              </a:spcBef>
              <a:spcAft>
                <a:spcPts val="0"/>
              </a:spcAft>
              <a:buSzPts val="800"/>
              <a:buFont typeface="DM Sans"/>
              <a:buChar char="■"/>
              <a:defRPr sz="900">
                <a:latin typeface="DM Sans"/>
                <a:ea typeface="DM Sans"/>
                <a:cs typeface="DM Sans"/>
                <a:sym typeface="DM Sans"/>
              </a:defRPr>
            </a:lvl3pPr>
            <a:lvl4pPr indent="-279400" lvl="3" marL="1828800" algn="l">
              <a:lnSpc>
                <a:spcPct val="115000"/>
              </a:lnSpc>
              <a:spcBef>
                <a:spcPts val="0"/>
              </a:spcBef>
              <a:spcAft>
                <a:spcPts val="0"/>
              </a:spcAft>
              <a:buSzPts val="800"/>
              <a:buFont typeface="DM Sans"/>
              <a:buChar char="●"/>
              <a:defRPr sz="900">
                <a:latin typeface="DM Sans"/>
                <a:ea typeface="DM Sans"/>
                <a:cs typeface="DM Sans"/>
                <a:sym typeface="DM Sans"/>
              </a:defRPr>
            </a:lvl4pPr>
            <a:lvl5pPr indent="-279400" lvl="4" marL="2286000" algn="l">
              <a:lnSpc>
                <a:spcPct val="115000"/>
              </a:lnSpc>
              <a:spcBef>
                <a:spcPts val="0"/>
              </a:spcBef>
              <a:spcAft>
                <a:spcPts val="0"/>
              </a:spcAft>
              <a:buSzPts val="800"/>
              <a:buFont typeface="DM Sans"/>
              <a:buChar char="○"/>
              <a:defRPr sz="900">
                <a:latin typeface="DM Sans"/>
                <a:ea typeface="DM Sans"/>
                <a:cs typeface="DM Sans"/>
                <a:sym typeface="DM Sans"/>
              </a:defRPr>
            </a:lvl5pPr>
            <a:lvl6pPr indent="-279400" lvl="5" marL="2743200" algn="l">
              <a:lnSpc>
                <a:spcPct val="115000"/>
              </a:lnSpc>
              <a:spcBef>
                <a:spcPts val="0"/>
              </a:spcBef>
              <a:spcAft>
                <a:spcPts val="0"/>
              </a:spcAft>
              <a:buSzPts val="800"/>
              <a:buFont typeface="DM Sans"/>
              <a:buChar char="■"/>
              <a:defRPr sz="900">
                <a:latin typeface="DM Sans"/>
                <a:ea typeface="DM Sans"/>
                <a:cs typeface="DM Sans"/>
                <a:sym typeface="DM Sans"/>
              </a:defRPr>
            </a:lvl6pPr>
            <a:lvl7pPr indent="-279400" lvl="6" marL="3200400" algn="l">
              <a:lnSpc>
                <a:spcPct val="115000"/>
              </a:lnSpc>
              <a:spcBef>
                <a:spcPts val="0"/>
              </a:spcBef>
              <a:spcAft>
                <a:spcPts val="0"/>
              </a:spcAft>
              <a:buSzPts val="800"/>
              <a:buFont typeface="DM Sans"/>
              <a:buChar char="●"/>
              <a:defRPr sz="900">
                <a:latin typeface="DM Sans"/>
                <a:ea typeface="DM Sans"/>
                <a:cs typeface="DM Sans"/>
                <a:sym typeface="DM Sans"/>
              </a:defRPr>
            </a:lvl7pPr>
            <a:lvl8pPr indent="-279400" lvl="7" marL="3657600" algn="l">
              <a:lnSpc>
                <a:spcPct val="115000"/>
              </a:lnSpc>
              <a:spcBef>
                <a:spcPts val="0"/>
              </a:spcBef>
              <a:spcAft>
                <a:spcPts val="0"/>
              </a:spcAft>
              <a:buSzPts val="800"/>
              <a:buFont typeface="DM Sans"/>
              <a:buChar char="○"/>
              <a:defRPr sz="900">
                <a:latin typeface="DM Sans"/>
                <a:ea typeface="DM Sans"/>
                <a:cs typeface="DM Sans"/>
                <a:sym typeface="DM Sans"/>
              </a:defRPr>
            </a:lvl8pPr>
            <a:lvl9pPr indent="-279400" lvl="8" marL="4114800" algn="l">
              <a:lnSpc>
                <a:spcPct val="115000"/>
              </a:lnSpc>
              <a:spcBef>
                <a:spcPts val="0"/>
              </a:spcBef>
              <a:spcAft>
                <a:spcPts val="0"/>
              </a:spcAft>
              <a:buSzPts val="800"/>
              <a:buFont typeface="DM Sans"/>
              <a:buChar char="■"/>
              <a:defRPr sz="900">
                <a:latin typeface="DM Sans"/>
                <a:ea typeface="DM Sans"/>
                <a:cs typeface="DM Sans"/>
                <a:sym typeface="DM Sans"/>
              </a:defRPr>
            </a:lvl9pPr>
          </a:lstStyle>
          <a:p/>
        </p:txBody>
      </p:sp>
      <p:sp>
        <p:nvSpPr>
          <p:cNvPr id="142" name="Google Shape;142;p29"/>
          <p:cNvSpPr txBox="1"/>
          <p:nvPr/>
        </p:nvSpPr>
        <p:spPr>
          <a:xfrm>
            <a:off x="3677866" y="4849549"/>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
        <p:nvSpPr>
          <p:cNvPr id="143" name="Google Shape;143;p29"/>
          <p:cNvSpPr txBox="1"/>
          <p:nvPr/>
        </p:nvSpPr>
        <p:spPr>
          <a:xfrm>
            <a:off x="8625625" y="4895786"/>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44" name="Google Shape;144;p29"/>
          <p:cNvPicPr preferRelativeResize="0"/>
          <p:nvPr/>
        </p:nvPicPr>
        <p:blipFill>
          <a:blip r:embed="rId2">
            <a:alphaModFix/>
          </a:blip>
          <a:stretch>
            <a:fillRect/>
          </a:stretch>
        </p:blipFill>
        <p:spPr>
          <a:xfrm>
            <a:off x="0" y="4735652"/>
            <a:ext cx="1933312" cy="41251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agraph_Text_Blank_Footer">
  <p:cSld name="Paragraph_Text_Blank_Footer">
    <p:spTree>
      <p:nvGrpSpPr>
        <p:cNvPr id="145" name="Shape 145"/>
        <p:cNvGrpSpPr/>
        <p:nvPr/>
      </p:nvGrpSpPr>
      <p:grpSpPr>
        <a:xfrm>
          <a:off x="0" y="0"/>
          <a:ext cx="0" cy="0"/>
          <a:chOff x="0" y="0"/>
          <a:chExt cx="0" cy="0"/>
        </a:xfrm>
      </p:grpSpPr>
      <p:sp>
        <p:nvSpPr>
          <p:cNvPr id="146" name="Google Shape;146;p30"/>
          <p:cNvSpPr txBox="1"/>
          <p:nvPr>
            <p:ph type="title"/>
          </p:nvPr>
        </p:nvSpPr>
        <p:spPr>
          <a:xfrm>
            <a:off x="384048" y="185166"/>
            <a:ext cx="7915200" cy="662100"/>
          </a:xfrm>
          <a:prstGeom prst="rect">
            <a:avLst/>
          </a:prstGeom>
          <a:noFill/>
          <a:ln>
            <a:noFill/>
          </a:ln>
        </p:spPr>
        <p:txBody>
          <a:bodyPr anchorCtr="0" anchor="t" bIns="0"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 name="Google Shape;147;p30"/>
          <p:cNvSpPr txBox="1"/>
          <p:nvPr>
            <p:ph idx="1" type="body"/>
          </p:nvPr>
        </p:nvSpPr>
        <p:spPr>
          <a:xfrm>
            <a:off x="384048" y="1200150"/>
            <a:ext cx="8140800" cy="32634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1400"/>
              </a:spcBef>
              <a:spcAft>
                <a:spcPts val="0"/>
              </a:spcAft>
              <a:buClr>
                <a:schemeClr val="accent1"/>
              </a:buClr>
              <a:buSzPts val="1500"/>
              <a:buNone/>
              <a:defRPr b="1"/>
            </a:lvl1pPr>
            <a:lvl2pPr indent="-317500" lvl="1" marL="914400" algn="l">
              <a:lnSpc>
                <a:spcPct val="100000"/>
              </a:lnSpc>
              <a:spcBef>
                <a:spcPts val="500"/>
              </a:spcBef>
              <a:spcAft>
                <a:spcPts val="0"/>
              </a:spcAft>
              <a:buClr>
                <a:schemeClr val="dk2"/>
              </a:buClr>
              <a:buSzPts val="1400"/>
              <a:buChar char="○"/>
              <a:defRPr b="0" i="0">
                <a:latin typeface="Open Sans Light"/>
                <a:ea typeface="Open Sans Light"/>
                <a:cs typeface="Open Sans Light"/>
                <a:sym typeface="Open Sans Light"/>
              </a:defRPr>
            </a:lvl2pPr>
            <a:lvl3pPr indent="-304800" lvl="2" marL="1371600" algn="l">
              <a:lnSpc>
                <a:spcPct val="100000"/>
              </a:lnSpc>
              <a:spcBef>
                <a:spcPts val="500"/>
              </a:spcBef>
              <a:spcAft>
                <a:spcPts val="0"/>
              </a:spcAft>
              <a:buClr>
                <a:schemeClr val="dk2"/>
              </a:buClr>
              <a:buSzPts val="1200"/>
              <a:buChar char="■"/>
              <a:defRPr b="0" i="0">
                <a:latin typeface="Open Sans Light"/>
                <a:ea typeface="Open Sans Light"/>
                <a:cs typeface="Open Sans Light"/>
                <a:sym typeface="Open Sans Light"/>
              </a:defRPr>
            </a:lvl3pPr>
            <a:lvl4pPr indent="-298450" lvl="3" marL="1828800" algn="l">
              <a:lnSpc>
                <a:spcPct val="100000"/>
              </a:lnSpc>
              <a:spcBef>
                <a:spcPts val="500"/>
              </a:spcBef>
              <a:spcAft>
                <a:spcPts val="0"/>
              </a:spcAft>
              <a:buClr>
                <a:schemeClr val="dk2"/>
              </a:buClr>
              <a:buSzPts val="1100"/>
              <a:buChar char="●"/>
              <a:defRPr b="0" i="0">
                <a:latin typeface="Open Sans Light"/>
                <a:ea typeface="Open Sans Light"/>
                <a:cs typeface="Open Sans Light"/>
                <a:sym typeface="Open Sans Light"/>
              </a:defRPr>
            </a:lvl4pPr>
            <a:lvl5pPr indent="-298450" lvl="4" marL="2286000" algn="l">
              <a:lnSpc>
                <a:spcPct val="90000"/>
              </a:lnSpc>
              <a:spcBef>
                <a:spcPts val="500"/>
              </a:spcBef>
              <a:spcAft>
                <a:spcPts val="0"/>
              </a:spcAft>
              <a:buClr>
                <a:schemeClr val="accent1"/>
              </a:buClr>
              <a:buSzPts val="11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30"/>
          <p:cNvSpPr txBox="1"/>
          <p:nvPr>
            <p:ph idx="12" type="sldNum"/>
          </p:nvPr>
        </p:nvSpPr>
        <p:spPr>
          <a:xfrm>
            <a:off x="12489" y="4916211"/>
            <a:ext cx="277500" cy="273900"/>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sz="1100"/>
            </a:lvl1pPr>
            <a:lvl2pPr indent="0" lvl="1" marL="0" algn="l">
              <a:spcBef>
                <a:spcPts val="0"/>
              </a:spcBef>
              <a:buNone/>
              <a:defRPr sz="1100"/>
            </a:lvl2pPr>
            <a:lvl3pPr indent="0" lvl="2" marL="0" algn="l">
              <a:spcBef>
                <a:spcPts val="0"/>
              </a:spcBef>
              <a:buNone/>
              <a:defRPr sz="1100"/>
            </a:lvl3pPr>
            <a:lvl4pPr indent="0" lvl="3" marL="0" algn="l">
              <a:spcBef>
                <a:spcPts val="0"/>
              </a:spcBef>
              <a:buNone/>
              <a:defRPr sz="1100"/>
            </a:lvl4pPr>
            <a:lvl5pPr indent="0" lvl="4" marL="0" algn="l">
              <a:spcBef>
                <a:spcPts val="0"/>
              </a:spcBef>
              <a:buNone/>
              <a:defRPr sz="1100"/>
            </a:lvl5pPr>
            <a:lvl6pPr indent="0" lvl="5" marL="0" algn="l">
              <a:spcBef>
                <a:spcPts val="0"/>
              </a:spcBef>
              <a:buNone/>
              <a:defRPr sz="1100"/>
            </a:lvl6pPr>
            <a:lvl7pPr indent="0" lvl="6" marL="0" algn="l">
              <a:spcBef>
                <a:spcPts val="0"/>
              </a:spcBef>
              <a:buNone/>
              <a:defRPr sz="1100"/>
            </a:lvl7pPr>
            <a:lvl8pPr indent="0" lvl="7" marL="0" algn="l">
              <a:spcBef>
                <a:spcPts val="0"/>
              </a:spcBef>
              <a:buNone/>
              <a:defRPr sz="1100"/>
            </a:lvl8pPr>
            <a:lvl9pPr indent="0" lvl="8" marL="0" algn="l">
              <a:spcBef>
                <a:spcPts val="0"/>
              </a:spcBef>
              <a:buNone/>
              <a:defRPr sz="11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Mode Footer 1">
  <p:cSld name="1_Blank Slide_1_1">
    <p:spTree>
      <p:nvGrpSpPr>
        <p:cNvPr id="149" name="Shape 149"/>
        <p:cNvGrpSpPr/>
        <p:nvPr/>
      </p:nvGrpSpPr>
      <p:grpSpPr>
        <a:xfrm>
          <a:off x="0" y="0"/>
          <a:ext cx="0" cy="0"/>
          <a:chOff x="0" y="0"/>
          <a:chExt cx="0" cy="0"/>
        </a:xfrm>
      </p:grpSpPr>
      <p:pic>
        <p:nvPicPr>
          <p:cNvPr id="150" name="Google Shape;150;p31"/>
          <p:cNvPicPr preferRelativeResize="0"/>
          <p:nvPr/>
        </p:nvPicPr>
        <p:blipFill rotWithShape="1">
          <a:blip r:embed="rId2">
            <a:alphaModFix/>
          </a:blip>
          <a:srcRect b="0" l="0" r="0" t="0"/>
          <a:stretch/>
        </p:blipFill>
        <p:spPr>
          <a:xfrm>
            <a:off x="345956" y="4786294"/>
            <a:ext cx="745687" cy="255957"/>
          </a:xfrm>
          <a:prstGeom prst="rect">
            <a:avLst/>
          </a:prstGeom>
          <a:noFill/>
          <a:ln>
            <a:noFill/>
          </a:ln>
        </p:spPr>
      </p:pic>
      <p:sp>
        <p:nvSpPr>
          <p:cNvPr id="151" name="Google Shape;151;p31"/>
          <p:cNvSpPr txBox="1"/>
          <p:nvPr/>
        </p:nvSpPr>
        <p:spPr>
          <a:xfrm>
            <a:off x="8687100" y="4866506"/>
            <a:ext cx="355200" cy="2154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1A252A"/>
                </a:solidFill>
                <a:latin typeface="DM Sans"/>
                <a:ea typeface="DM Sans"/>
                <a:cs typeface="DM Sans"/>
                <a:sym typeface="DM Sans"/>
              </a:rPr>
              <a:t>‹#›</a:t>
            </a:fld>
            <a:endParaRPr b="0" i="0" sz="500" u="none" cap="none" strike="noStrike">
              <a:solidFill>
                <a:srgbClr val="1A252A"/>
              </a:solidFill>
              <a:latin typeface="DM Sans"/>
              <a:ea typeface="DM Sans"/>
              <a:cs typeface="DM Sans"/>
              <a:sym typeface="DM Sans"/>
            </a:endParaRPr>
          </a:p>
        </p:txBody>
      </p:sp>
      <p:sp>
        <p:nvSpPr>
          <p:cNvPr id="152" name="Google Shape;152;p31"/>
          <p:cNvSpPr txBox="1"/>
          <p:nvPr/>
        </p:nvSpPr>
        <p:spPr>
          <a:xfrm>
            <a:off x="3756938" y="4871231"/>
            <a:ext cx="1860900" cy="215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0C0C0C"/>
                </a:solidFill>
                <a:latin typeface="DM Sans"/>
                <a:ea typeface="DM Sans"/>
                <a:cs typeface="DM Sans"/>
                <a:sym typeface="DM Sans"/>
              </a:rPr>
              <a:t>Copyright </a:t>
            </a:r>
            <a:r>
              <a:rPr b="0" i="0" lang="en" sz="500" u="none" cap="none" strike="noStrike">
                <a:solidFill>
                  <a:srgbClr val="000000"/>
                </a:solidFill>
                <a:latin typeface="DM Sans"/>
                <a:ea typeface="DM Sans"/>
                <a:cs typeface="DM Sans"/>
                <a:sym typeface="DM Sans"/>
              </a:rPr>
              <a:t>© 2024 Kyriba Corp. All rights reserved.</a:t>
            </a:r>
            <a:endParaRPr b="0" i="0" sz="500" u="none" cap="none" strike="noStrike">
              <a:solidFill>
                <a:srgbClr val="0C0C0C"/>
              </a:solidFill>
              <a:latin typeface="DM Sans"/>
              <a:ea typeface="DM Sans"/>
              <a:cs typeface="DM Sans"/>
              <a:sym typeface="DM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xt Slide">
  <p:cSld name="2_Text Slide">
    <p:spTree>
      <p:nvGrpSpPr>
        <p:cNvPr id="153" name="Shape 153"/>
        <p:cNvGrpSpPr/>
        <p:nvPr/>
      </p:nvGrpSpPr>
      <p:grpSpPr>
        <a:xfrm>
          <a:off x="0" y="0"/>
          <a:ext cx="0" cy="0"/>
          <a:chOff x="0" y="0"/>
          <a:chExt cx="0" cy="0"/>
        </a:xfrm>
      </p:grpSpPr>
      <p:sp>
        <p:nvSpPr>
          <p:cNvPr id="154" name="Google Shape;154;p32"/>
          <p:cNvSpPr txBox="1"/>
          <p:nvPr>
            <p:ph idx="1" type="body"/>
          </p:nvPr>
        </p:nvSpPr>
        <p:spPr>
          <a:xfrm>
            <a:off x="477871" y="238545"/>
            <a:ext cx="8237100" cy="6393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2100"/>
              <a:buFont typeface="Arial"/>
              <a:buNone/>
              <a:defRPr b="1" i="0" sz="2100" u="none" cap="none" strike="noStrike">
                <a:solidFill>
                  <a:schemeClr val="dk1"/>
                </a:solidFill>
                <a:latin typeface="Open Sans ExtraBold"/>
                <a:ea typeface="Open Sans ExtraBold"/>
                <a:cs typeface="Open Sans ExtraBold"/>
                <a:sym typeface="Open Sans ExtraBold"/>
              </a:defRPr>
            </a:lvl1pPr>
            <a:lvl2pPr indent="-228600" lvl="1" marL="914400" marR="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Open Sans"/>
                <a:ea typeface="Open Sans"/>
                <a:cs typeface="Open Sans"/>
                <a:sym typeface="Open Sans"/>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Open Sans"/>
                <a:ea typeface="Open Sans"/>
                <a:cs typeface="Open Sans"/>
                <a:sym typeface="Open Sans"/>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155" name="Google Shape;155;p32"/>
          <p:cNvSpPr txBox="1"/>
          <p:nvPr>
            <p:ph idx="2" type="body"/>
          </p:nvPr>
        </p:nvSpPr>
        <p:spPr>
          <a:xfrm>
            <a:off x="477871" y="1031683"/>
            <a:ext cx="8237100" cy="3359700"/>
          </a:xfrm>
          <a:prstGeom prst="rect">
            <a:avLst/>
          </a:prstGeom>
          <a:noFill/>
          <a:ln>
            <a:noFill/>
          </a:ln>
        </p:spPr>
        <p:txBody>
          <a:bodyPr anchorCtr="0" anchor="t" bIns="34275" lIns="68575" spcFirstLastPara="1" rIns="68575" wrap="square" tIns="34275">
            <a:noAutofit/>
          </a:bodyPr>
          <a:lstStyle>
            <a:lvl1pPr indent="-323850" lvl="0" marL="457200" marR="0" algn="l">
              <a:lnSpc>
                <a:spcPct val="100000"/>
              </a:lnSpc>
              <a:spcBef>
                <a:spcPts val="800"/>
              </a:spcBef>
              <a:spcAft>
                <a:spcPts val="0"/>
              </a:spcAft>
              <a:buClr>
                <a:schemeClr val="dk1"/>
              </a:buClr>
              <a:buSzPts val="1500"/>
              <a:buFont typeface="Arial"/>
              <a:buChar char="•"/>
              <a:defRPr b="1" i="0" sz="1500" u="none" cap="none" strike="noStrike">
                <a:solidFill>
                  <a:schemeClr val="dk1"/>
                </a:solidFill>
                <a:latin typeface="Open Sans"/>
                <a:ea typeface="Open Sans"/>
                <a:cs typeface="Open Sans"/>
                <a:sym typeface="Open Sans"/>
              </a:defRPr>
            </a:lvl1pPr>
            <a:lvl2pPr indent="-317500" lvl="1" marL="914400" marR="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2pPr>
            <a:lvl3pPr indent="-304800" lvl="2" marL="1371600" marR="0" algn="l">
              <a:lnSpc>
                <a:spcPct val="100000"/>
              </a:lnSpc>
              <a:spcBef>
                <a:spcPts val="400"/>
              </a:spcBef>
              <a:spcAft>
                <a:spcPts val="0"/>
              </a:spcAft>
              <a:buClr>
                <a:schemeClr val="dk1"/>
              </a:buClr>
              <a:buSzPts val="1200"/>
              <a:buFont typeface="Arial"/>
              <a:buChar char="•"/>
              <a:defRPr b="0" i="0" sz="1200" u="none" cap="none" strike="noStrike">
                <a:solidFill>
                  <a:schemeClr val="dk1"/>
                </a:solidFill>
                <a:latin typeface="Open Sans"/>
                <a:ea typeface="Open Sans"/>
                <a:cs typeface="Open Sans"/>
                <a:sym typeface="Open Sans"/>
              </a:defRPr>
            </a:lvl3pPr>
            <a:lvl4pPr indent="-298450" lvl="3" marL="1828800" marR="0" algn="l">
              <a:lnSpc>
                <a:spcPct val="100000"/>
              </a:lnSpc>
              <a:spcBef>
                <a:spcPts val="4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4pPr>
            <a:lvl5pPr indent="-298450" lvl="4" marL="2286000" marR="0" algn="l">
              <a:lnSpc>
                <a:spcPct val="100000"/>
              </a:lnSpc>
              <a:spcBef>
                <a:spcPts val="4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Mode Footer">
  <p:cSld name="1_Blank Slide_1_2">
    <p:bg>
      <p:bgPr>
        <a:noFill/>
      </p:bgPr>
    </p:bg>
    <p:spTree>
      <p:nvGrpSpPr>
        <p:cNvPr id="156" name="Shape 156"/>
        <p:cNvGrpSpPr/>
        <p:nvPr/>
      </p:nvGrpSpPr>
      <p:grpSpPr>
        <a:xfrm>
          <a:off x="0" y="0"/>
          <a:ext cx="0" cy="0"/>
          <a:chOff x="0" y="0"/>
          <a:chExt cx="0" cy="0"/>
        </a:xfrm>
      </p:grpSpPr>
      <p:pic>
        <p:nvPicPr>
          <p:cNvPr id="157" name="Google Shape;157;p33"/>
          <p:cNvPicPr preferRelativeResize="0"/>
          <p:nvPr/>
        </p:nvPicPr>
        <p:blipFill rotWithShape="1">
          <a:blip r:embed="rId2">
            <a:alphaModFix/>
          </a:blip>
          <a:srcRect b="150" l="0" r="0" t="150"/>
          <a:stretch/>
        </p:blipFill>
        <p:spPr>
          <a:xfrm>
            <a:off x="345956" y="4786294"/>
            <a:ext cx="745686" cy="255956"/>
          </a:xfrm>
          <a:prstGeom prst="rect">
            <a:avLst/>
          </a:prstGeom>
          <a:noFill/>
          <a:ln>
            <a:noFill/>
          </a:ln>
        </p:spPr>
      </p:pic>
      <p:sp>
        <p:nvSpPr>
          <p:cNvPr id="158" name="Google Shape;158;p33"/>
          <p:cNvSpPr txBox="1"/>
          <p:nvPr/>
        </p:nvSpPr>
        <p:spPr>
          <a:xfrm>
            <a:off x="3756938" y="4871231"/>
            <a:ext cx="1860900" cy="215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0C0C0C"/>
                </a:solidFill>
                <a:latin typeface="DM Sans"/>
                <a:ea typeface="DM Sans"/>
                <a:cs typeface="DM Sans"/>
                <a:sym typeface="DM Sans"/>
              </a:rPr>
              <a:t>Copyright </a:t>
            </a:r>
            <a:r>
              <a:rPr b="0" i="0" lang="en" sz="500" u="none" cap="none" strike="noStrike">
                <a:solidFill>
                  <a:srgbClr val="000000"/>
                </a:solidFill>
                <a:latin typeface="DM Sans"/>
                <a:ea typeface="DM Sans"/>
                <a:cs typeface="DM Sans"/>
                <a:sym typeface="DM Sans"/>
              </a:rPr>
              <a:t>© 2024 Kyriba Corp. All rights reserved.</a:t>
            </a:r>
            <a:endParaRPr b="0" i="0" sz="500" u="none" cap="none" strike="noStrike">
              <a:solidFill>
                <a:srgbClr val="0C0C0C"/>
              </a:solidFill>
              <a:latin typeface="DM Sans"/>
              <a:ea typeface="DM Sans"/>
              <a:cs typeface="DM Sans"/>
              <a:sym typeface="DM Sans"/>
            </a:endParaRPr>
          </a:p>
        </p:txBody>
      </p:sp>
      <p:sp>
        <p:nvSpPr>
          <p:cNvPr id="159" name="Google Shape;159;p33"/>
          <p:cNvSpPr txBox="1"/>
          <p:nvPr/>
        </p:nvSpPr>
        <p:spPr>
          <a:xfrm>
            <a:off x="8687100" y="4866506"/>
            <a:ext cx="355200" cy="2154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0C0C0C"/>
                </a:solidFill>
                <a:latin typeface="DM Sans"/>
                <a:ea typeface="DM Sans"/>
                <a:cs typeface="DM Sans"/>
                <a:sym typeface="DM Sans"/>
              </a:rPr>
              <a:t>‹#›</a:t>
            </a:fld>
            <a:endParaRPr b="0" i="0" sz="500" u="none" cap="none" strike="noStrike">
              <a:solidFill>
                <a:srgbClr val="0C0C0C"/>
              </a:solidFill>
              <a:latin typeface="DM Sans"/>
              <a:ea typeface="DM Sans"/>
              <a:cs typeface="DM Sans"/>
              <a:sym typeface="DM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1" type="title">
  <p:cSld name="TITLE">
    <p:bg>
      <p:bgPr>
        <a:solidFill>
          <a:schemeClr val="dk1"/>
        </a:solidFill>
      </p:bgPr>
    </p:bg>
    <p:spTree>
      <p:nvGrpSpPr>
        <p:cNvPr id="163" name="Shape 163"/>
        <p:cNvGrpSpPr/>
        <p:nvPr/>
      </p:nvGrpSpPr>
      <p:grpSpPr>
        <a:xfrm>
          <a:off x="0" y="0"/>
          <a:ext cx="0" cy="0"/>
          <a:chOff x="0" y="0"/>
          <a:chExt cx="0" cy="0"/>
        </a:xfrm>
      </p:grpSpPr>
      <p:sp>
        <p:nvSpPr>
          <p:cNvPr id="164" name="Google Shape;164;p35"/>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65" name="Google Shape;165;p35"/>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66" name="Google Shape;166;p35"/>
          <p:cNvPicPr preferRelativeResize="0"/>
          <p:nvPr/>
        </p:nvPicPr>
        <p:blipFill rotWithShape="1">
          <a:blip r:embed="rId2">
            <a:alphaModFix/>
          </a:blip>
          <a:srcRect b="0" l="0" r="0" t="0"/>
          <a:stretch/>
        </p:blipFill>
        <p:spPr>
          <a:xfrm>
            <a:off x="4924439" y="0"/>
            <a:ext cx="4219573" cy="5143500"/>
          </a:xfrm>
          <a:prstGeom prst="rect">
            <a:avLst/>
          </a:prstGeom>
          <a:noFill/>
          <a:ln>
            <a:noFill/>
          </a:ln>
        </p:spPr>
      </p:pic>
      <p:pic>
        <p:nvPicPr>
          <p:cNvPr id="167" name="Google Shape;167;p35"/>
          <p:cNvPicPr preferRelativeResize="0"/>
          <p:nvPr/>
        </p:nvPicPr>
        <p:blipFill rotWithShape="1">
          <a:blip r:embed="rId3">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p:cSld name="CAPTION_ONLY_2">
    <p:bg>
      <p:bgPr>
        <a:solidFill>
          <a:schemeClr val="lt1"/>
        </a:solidFill>
      </p:bgPr>
    </p:bg>
    <p:spTree>
      <p:nvGrpSpPr>
        <p:cNvPr id="168" name="Shape 168"/>
        <p:cNvGrpSpPr/>
        <p:nvPr/>
      </p:nvGrpSpPr>
      <p:grpSpPr>
        <a:xfrm>
          <a:off x="0" y="0"/>
          <a:ext cx="0" cy="0"/>
          <a:chOff x="0" y="0"/>
          <a:chExt cx="0" cy="0"/>
        </a:xfrm>
      </p:grpSpPr>
      <p:pic>
        <p:nvPicPr>
          <p:cNvPr id="169" name="Google Shape;169;p3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2">
  <p:cSld name="TITLE_AND_BODY_1">
    <p:bg>
      <p:bgPr>
        <a:solidFill>
          <a:schemeClr val="lt1"/>
        </a:solidFill>
      </p:bgPr>
    </p:bg>
    <p:spTree>
      <p:nvGrpSpPr>
        <p:cNvPr id="170" name="Shape 170"/>
        <p:cNvGrpSpPr/>
        <p:nvPr/>
      </p:nvGrpSpPr>
      <p:grpSpPr>
        <a:xfrm>
          <a:off x="0" y="0"/>
          <a:ext cx="0" cy="0"/>
          <a:chOff x="0" y="0"/>
          <a:chExt cx="0" cy="0"/>
        </a:xfrm>
      </p:grpSpPr>
      <p:sp>
        <p:nvSpPr>
          <p:cNvPr id="171" name="Google Shape;171;p37"/>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72" name="Google Shape;172;p37"/>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73" name="Google Shape;173;p37"/>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
        <p:nvSpPr>
          <p:cNvPr id="174" name="Google Shape;174;p37"/>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75" name="Google Shape;175;p37"/>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type="secHead">
  <p:cSld name="SECTION_HEADER">
    <p:bg>
      <p:bgPr>
        <a:solidFill>
          <a:schemeClr val="lt1"/>
        </a:solidFill>
      </p:bgPr>
    </p:bg>
    <p:spTree>
      <p:nvGrpSpPr>
        <p:cNvPr id="176" name="Shape 176"/>
        <p:cNvGrpSpPr/>
        <p:nvPr/>
      </p:nvGrpSpPr>
      <p:grpSpPr>
        <a:xfrm>
          <a:off x="0" y="0"/>
          <a:ext cx="0" cy="0"/>
          <a:chOff x="0" y="0"/>
          <a:chExt cx="0" cy="0"/>
        </a:xfrm>
      </p:grpSpPr>
      <p:sp>
        <p:nvSpPr>
          <p:cNvPr id="177" name="Google Shape;177;p38"/>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3600"/>
              <a:buFont typeface="DM Mono"/>
              <a:buNone/>
              <a:defRPr sz="3600">
                <a:latin typeface="DM Mono"/>
                <a:ea typeface="DM Mono"/>
                <a:cs typeface="DM Mono"/>
                <a:sym typeface="DM Mono"/>
              </a:defRPr>
            </a:lvl1pPr>
            <a:lvl2pPr lvl="1" algn="l">
              <a:lnSpc>
                <a:spcPct val="80000"/>
              </a:lnSpc>
              <a:spcBef>
                <a:spcPts val="0"/>
              </a:spcBef>
              <a:spcAft>
                <a:spcPts val="0"/>
              </a:spcAft>
              <a:buSzPts val="3600"/>
              <a:buNone/>
              <a:defRPr sz="3600"/>
            </a:lvl2pPr>
            <a:lvl3pPr lvl="2" algn="l">
              <a:lnSpc>
                <a:spcPct val="80000"/>
              </a:lnSpc>
              <a:spcBef>
                <a:spcPts val="0"/>
              </a:spcBef>
              <a:spcAft>
                <a:spcPts val="0"/>
              </a:spcAft>
              <a:buSzPts val="3600"/>
              <a:buNone/>
              <a:defRPr sz="3600"/>
            </a:lvl3pPr>
            <a:lvl4pPr lvl="3" algn="l">
              <a:lnSpc>
                <a:spcPct val="80000"/>
              </a:lnSpc>
              <a:spcBef>
                <a:spcPts val="0"/>
              </a:spcBef>
              <a:spcAft>
                <a:spcPts val="0"/>
              </a:spcAft>
              <a:buSzPts val="3600"/>
              <a:buNone/>
              <a:defRPr sz="3600"/>
            </a:lvl4pPr>
            <a:lvl5pPr lvl="4" algn="l">
              <a:lnSpc>
                <a:spcPct val="80000"/>
              </a:lnSpc>
              <a:spcBef>
                <a:spcPts val="0"/>
              </a:spcBef>
              <a:spcAft>
                <a:spcPts val="0"/>
              </a:spcAft>
              <a:buSzPts val="3600"/>
              <a:buNone/>
              <a:defRPr sz="3600"/>
            </a:lvl5pPr>
            <a:lvl6pPr lvl="5" algn="l">
              <a:lnSpc>
                <a:spcPct val="80000"/>
              </a:lnSpc>
              <a:spcBef>
                <a:spcPts val="0"/>
              </a:spcBef>
              <a:spcAft>
                <a:spcPts val="0"/>
              </a:spcAft>
              <a:buSzPts val="3600"/>
              <a:buNone/>
              <a:defRPr sz="3600"/>
            </a:lvl6pPr>
            <a:lvl7pPr lvl="6" algn="l">
              <a:lnSpc>
                <a:spcPct val="80000"/>
              </a:lnSpc>
              <a:spcBef>
                <a:spcPts val="0"/>
              </a:spcBef>
              <a:spcAft>
                <a:spcPts val="0"/>
              </a:spcAft>
              <a:buSzPts val="3600"/>
              <a:buNone/>
              <a:defRPr sz="3600"/>
            </a:lvl7pPr>
            <a:lvl8pPr lvl="7" algn="l">
              <a:lnSpc>
                <a:spcPct val="80000"/>
              </a:lnSpc>
              <a:spcBef>
                <a:spcPts val="0"/>
              </a:spcBef>
              <a:spcAft>
                <a:spcPts val="0"/>
              </a:spcAft>
              <a:buSzPts val="3600"/>
              <a:buNone/>
              <a:defRPr sz="3600"/>
            </a:lvl8pPr>
            <a:lvl9pPr lvl="8" algn="l">
              <a:lnSpc>
                <a:spcPct val="80000"/>
              </a:lnSpc>
              <a:spcBef>
                <a:spcPts val="0"/>
              </a:spcBef>
              <a:spcAft>
                <a:spcPts val="0"/>
              </a:spcAft>
              <a:buSzPts val="3600"/>
              <a:buNone/>
              <a:defRPr sz="3600"/>
            </a:lvl9pPr>
          </a:lstStyle>
          <a:p/>
        </p:txBody>
      </p:sp>
      <p:sp>
        <p:nvSpPr>
          <p:cNvPr id="178" name="Google Shape;178;p38"/>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Font typeface="DM Sans"/>
              <a:buNone/>
              <a:defRPr sz="1700">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79" name="Google Shape;179;p38"/>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80" name="Google Shape;180;p3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
        <p:nvSpPr>
          <p:cNvPr id="181" name="Google Shape;181;p38"/>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type="tx">
  <p:cSld name="TITLE_AND_BODY">
    <p:bg>
      <p:bgPr>
        <a:solidFill>
          <a:schemeClr val="lt1"/>
        </a:solidFill>
      </p:bgPr>
    </p:bg>
    <p:spTree>
      <p:nvGrpSpPr>
        <p:cNvPr id="182" name="Shape 182"/>
        <p:cNvGrpSpPr/>
        <p:nvPr/>
      </p:nvGrpSpPr>
      <p:grpSpPr>
        <a:xfrm>
          <a:off x="0" y="0"/>
          <a:ext cx="0" cy="0"/>
          <a:chOff x="0" y="0"/>
          <a:chExt cx="0" cy="0"/>
        </a:xfrm>
      </p:grpSpPr>
      <p:sp>
        <p:nvSpPr>
          <p:cNvPr id="183" name="Google Shape;183;p39"/>
          <p:cNvSpPr txBox="1"/>
          <p:nvPr>
            <p:ph type="title"/>
          </p:nvPr>
        </p:nvSpPr>
        <p:spPr>
          <a:xfrm>
            <a:off x="228600" y="342900"/>
            <a:ext cx="6918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800"/>
              <a:buFont typeface="DM Mono"/>
              <a:buNone/>
              <a:defRPr>
                <a:latin typeface="DM Mono"/>
                <a:ea typeface="DM Mono"/>
                <a:cs typeface="DM Mono"/>
                <a:sym typeface="DM Mono"/>
              </a:defRPr>
            </a:lvl1pPr>
            <a:lvl2pPr lvl="1" algn="l">
              <a:lnSpc>
                <a:spcPct val="80000"/>
              </a:lnSpc>
              <a:spcBef>
                <a:spcPts val="0"/>
              </a:spcBef>
              <a:spcAft>
                <a:spcPts val="0"/>
              </a:spcAft>
              <a:buSzPts val="2800"/>
              <a:buNone/>
              <a:defRPr/>
            </a:lvl2pPr>
            <a:lvl3pPr lvl="2" algn="l">
              <a:lnSpc>
                <a:spcPct val="80000"/>
              </a:lnSpc>
              <a:spcBef>
                <a:spcPts val="0"/>
              </a:spcBef>
              <a:spcAft>
                <a:spcPts val="0"/>
              </a:spcAft>
              <a:buSzPts val="2800"/>
              <a:buNone/>
              <a:defRPr/>
            </a:lvl3pPr>
            <a:lvl4pPr lvl="3" algn="l">
              <a:lnSpc>
                <a:spcPct val="80000"/>
              </a:lnSpc>
              <a:spcBef>
                <a:spcPts val="0"/>
              </a:spcBef>
              <a:spcAft>
                <a:spcPts val="0"/>
              </a:spcAft>
              <a:buSzPts val="2800"/>
              <a:buNone/>
              <a:defRPr/>
            </a:lvl4pPr>
            <a:lvl5pPr lvl="4" algn="l">
              <a:lnSpc>
                <a:spcPct val="80000"/>
              </a:lnSpc>
              <a:spcBef>
                <a:spcPts val="0"/>
              </a:spcBef>
              <a:spcAft>
                <a:spcPts val="0"/>
              </a:spcAft>
              <a:buSzPts val="2800"/>
              <a:buNone/>
              <a:defRPr/>
            </a:lvl5pPr>
            <a:lvl6pPr lvl="5" algn="l">
              <a:lnSpc>
                <a:spcPct val="80000"/>
              </a:lnSpc>
              <a:spcBef>
                <a:spcPts val="0"/>
              </a:spcBef>
              <a:spcAft>
                <a:spcPts val="0"/>
              </a:spcAft>
              <a:buSzPts val="2800"/>
              <a:buNone/>
              <a:defRPr/>
            </a:lvl6pPr>
            <a:lvl7pPr lvl="6" algn="l">
              <a:lnSpc>
                <a:spcPct val="80000"/>
              </a:lnSpc>
              <a:spcBef>
                <a:spcPts val="0"/>
              </a:spcBef>
              <a:spcAft>
                <a:spcPts val="0"/>
              </a:spcAft>
              <a:buSzPts val="2800"/>
              <a:buNone/>
              <a:defRPr/>
            </a:lvl7pPr>
            <a:lvl8pPr lvl="7" algn="l">
              <a:lnSpc>
                <a:spcPct val="80000"/>
              </a:lnSpc>
              <a:spcBef>
                <a:spcPts val="0"/>
              </a:spcBef>
              <a:spcAft>
                <a:spcPts val="0"/>
              </a:spcAft>
              <a:buSzPts val="2800"/>
              <a:buNone/>
              <a:defRPr/>
            </a:lvl8pPr>
            <a:lvl9pPr lvl="8" algn="l">
              <a:lnSpc>
                <a:spcPct val="80000"/>
              </a:lnSpc>
              <a:spcBef>
                <a:spcPts val="0"/>
              </a:spcBef>
              <a:spcAft>
                <a:spcPts val="0"/>
              </a:spcAft>
              <a:buSzPts val="2800"/>
              <a:buNone/>
              <a:defRPr/>
            </a:lvl9pPr>
          </a:lstStyle>
          <a:p/>
        </p:txBody>
      </p:sp>
      <p:sp>
        <p:nvSpPr>
          <p:cNvPr id="184" name="Google Shape;184;p39"/>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85" name="Google Shape;185;p3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86" name="Google Shape;186;p3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87" name="Google Shape;187;p39"/>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2">
  <p:cSld name="TITLE_1">
    <p:bg>
      <p:bgPr>
        <a:solidFill>
          <a:schemeClr val="dk1"/>
        </a:solidFill>
      </p:bgPr>
    </p:bg>
    <p:spTree>
      <p:nvGrpSpPr>
        <p:cNvPr id="188" name="Shape 188"/>
        <p:cNvGrpSpPr/>
        <p:nvPr/>
      </p:nvGrpSpPr>
      <p:grpSpPr>
        <a:xfrm>
          <a:off x="0" y="0"/>
          <a:ext cx="0" cy="0"/>
          <a:chOff x="0" y="0"/>
          <a:chExt cx="0" cy="0"/>
        </a:xfrm>
      </p:grpSpPr>
      <p:sp>
        <p:nvSpPr>
          <p:cNvPr id="189" name="Google Shape;189;p40"/>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90" name="Google Shape;190;p40"/>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91" name="Google Shape;191;p4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192" name="Google Shape;192;p40"/>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193" name="Google Shape;193;p40"/>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4">
  <p:cSld name="TITLE_1_1">
    <p:bg>
      <p:bgPr>
        <a:solidFill>
          <a:schemeClr val="dk1"/>
        </a:solidFill>
      </p:bgPr>
    </p:bg>
    <p:spTree>
      <p:nvGrpSpPr>
        <p:cNvPr id="194" name="Shape 194"/>
        <p:cNvGrpSpPr/>
        <p:nvPr/>
      </p:nvGrpSpPr>
      <p:grpSpPr>
        <a:xfrm>
          <a:off x="0" y="0"/>
          <a:ext cx="0" cy="0"/>
          <a:chOff x="0" y="0"/>
          <a:chExt cx="0" cy="0"/>
        </a:xfrm>
      </p:grpSpPr>
      <p:sp>
        <p:nvSpPr>
          <p:cNvPr id="195" name="Google Shape;195;p41"/>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96" name="Google Shape;196;p41"/>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pic>
        <p:nvPicPr>
          <p:cNvPr id="197" name="Google Shape;197;p41"/>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3">
  <p:cSld name="TITLE_1_2">
    <p:bg>
      <p:bgPr>
        <a:solidFill>
          <a:schemeClr val="dk1"/>
        </a:solidFill>
      </p:bgPr>
    </p:bg>
    <p:spTree>
      <p:nvGrpSpPr>
        <p:cNvPr id="198" name="Shape 198"/>
        <p:cNvGrpSpPr/>
        <p:nvPr/>
      </p:nvGrpSpPr>
      <p:grpSpPr>
        <a:xfrm>
          <a:off x="0" y="0"/>
          <a:ext cx="0" cy="0"/>
          <a:chOff x="0" y="0"/>
          <a:chExt cx="0" cy="0"/>
        </a:xfrm>
      </p:grpSpPr>
      <p:sp>
        <p:nvSpPr>
          <p:cNvPr id="199" name="Google Shape;199;p42"/>
          <p:cNvSpPr txBox="1"/>
          <p:nvPr>
            <p:ph type="ctrTitle"/>
          </p:nvPr>
        </p:nvSpPr>
        <p:spPr>
          <a:xfrm>
            <a:off x="228600" y="1252638"/>
            <a:ext cx="5260200" cy="2052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200" name="Google Shape;200;p42"/>
          <p:cNvSpPr txBox="1"/>
          <p:nvPr>
            <p:ph idx="1" type="subTitle"/>
          </p:nvPr>
        </p:nvSpPr>
        <p:spPr>
          <a:xfrm>
            <a:off x="228600" y="3305238"/>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201" name="Google Shape;201;p42"/>
          <p:cNvPicPr preferRelativeResize="0"/>
          <p:nvPr/>
        </p:nvPicPr>
        <p:blipFill rotWithShape="1">
          <a:blip r:embed="rId2">
            <a:alphaModFix/>
          </a:blip>
          <a:srcRect b="0" l="0" r="0" t="0"/>
          <a:stretch/>
        </p:blipFill>
        <p:spPr>
          <a:xfrm>
            <a:off x="228600" y="342895"/>
            <a:ext cx="1006623" cy="345579"/>
          </a:xfrm>
          <a:prstGeom prst="rect">
            <a:avLst/>
          </a:prstGeom>
          <a:noFill/>
          <a:ln>
            <a:noFill/>
          </a:ln>
        </p:spPr>
      </p:pic>
      <p:sp>
        <p:nvSpPr>
          <p:cNvPr id="202" name="Google Shape;202;p42"/>
          <p:cNvSpPr txBox="1"/>
          <p:nvPr/>
        </p:nvSpPr>
        <p:spPr>
          <a:xfrm>
            <a:off x="34971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03" name="Shape 203"/>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p:cSld name="SECTION_HEADER_1">
    <p:bg>
      <p:bgPr>
        <a:solidFill>
          <a:schemeClr val="dk2"/>
        </a:solidFill>
      </p:bgPr>
    </p:bg>
    <p:spTree>
      <p:nvGrpSpPr>
        <p:cNvPr id="204" name="Shape 204"/>
        <p:cNvGrpSpPr/>
        <p:nvPr/>
      </p:nvGrpSpPr>
      <p:grpSpPr>
        <a:xfrm>
          <a:off x="0" y="0"/>
          <a:ext cx="0" cy="0"/>
          <a:chOff x="0" y="0"/>
          <a:chExt cx="0" cy="0"/>
        </a:xfrm>
      </p:grpSpPr>
      <p:sp>
        <p:nvSpPr>
          <p:cNvPr id="205" name="Google Shape;205;p4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sp>
        <p:nvSpPr>
          <p:cNvPr id="206" name="Google Shape;206;p44"/>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Clr>
                <a:schemeClr val="lt1"/>
              </a:buClr>
              <a:buSzPts val="3600"/>
              <a:buFont typeface="DM Mono"/>
              <a:buNone/>
              <a:defRPr sz="36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3600"/>
              <a:buNone/>
              <a:defRPr sz="3600">
                <a:solidFill>
                  <a:schemeClr val="lt1"/>
                </a:solidFill>
              </a:defRPr>
            </a:lvl2pPr>
            <a:lvl3pPr lvl="2" algn="l">
              <a:lnSpc>
                <a:spcPct val="80000"/>
              </a:lnSpc>
              <a:spcBef>
                <a:spcPts val="0"/>
              </a:spcBef>
              <a:spcAft>
                <a:spcPts val="0"/>
              </a:spcAft>
              <a:buClr>
                <a:schemeClr val="lt1"/>
              </a:buClr>
              <a:buSzPts val="3600"/>
              <a:buNone/>
              <a:defRPr sz="3600">
                <a:solidFill>
                  <a:schemeClr val="lt1"/>
                </a:solidFill>
              </a:defRPr>
            </a:lvl3pPr>
            <a:lvl4pPr lvl="3" algn="l">
              <a:lnSpc>
                <a:spcPct val="80000"/>
              </a:lnSpc>
              <a:spcBef>
                <a:spcPts val="0"/>
              </a:spcBef>
              <a:spcAft>
                <a:spcPts val="0"/>
              </a:spcAft>
              <a:buClr>
                <a:schemeClr val="lt1"/>
              </a:buClr>
              <a:buSzPts val="3600"/>
              <a:buNone/>
              <a:defRPr sz="3600">
                <a:solidFill>
                  <a:schemeClr val="lt1"/>
                </a:solidFill>
              </a:defRPr>
            </a:lvl4pPr>
            <a:lvl5pPr lvl="4" algn="l">
              <a:lnSpc>
                <a:spcPct val="80000"/>
              </a:lnSpc>
              <a:spcBef>
                <a:spcPts val="0"/>
              </a:spcBef>
              <a:spcAft>
                <a:spcPts val="0"/>
              </a:spcAft>
              <a:buClr>
                <a:schemeClr val="lt1"/>
              </a:buClr>
              <a:buSzPts val="3600"/>
              <a:buNone/>
              <a:defRPr sz="3600">
                <a:solidFill>
                  <a:schemeClr val="lt1"/>
                </a:solidFill>
              </a:defRPr>
            </a:lvl5pPr>
            <a:lvl6pPr lvl="5" algn="l">
              <a:lnSpc>
                <a:spcPct val="80000"/>
              </a:lnSpc>
              <a:spcBef>
                <a:spcPts val="0"/>
              </a:spcBef>
              <a:spcAft>
                <a:spcPts val="0"/>
              </a:spcAft>
              <a:buClr>
                <a:schemeClr val="lt1"/>
              </a:buClr>
              <a:buSzPts val="3600"/>
              <a:buNone/>
              <a:defRPr sz="3600">
                <a:solidFill>
                  <a:schemeClr val="lt1"/>
                </a:solidFill>
              </a:defRPr>
            </a:lvl6pPr>
            <a:lvl7pPr lvl="6" algn="l">
              <a:lnSpc>
                <a:spcPct val="80000"/>
              </a:lnSpc>
              <a:spcBef>
                <a:spcPts val="0"/>
              </a:spcBef>
              <a:spcAft>
                <a:spcPts val="0"/>
              </a:spcAft>
              <a:buClr>
                <a:schemeClr val="lt1"/>
              </a:buClr>
              <a:buSzPts val="3600"/>
              <a:buNone/>
              <a:defRPr sz="3600">
                <a:solidFill>
                  <a:schemeClr val="lt1"/>
                </a:solidFill>
              </a:defRPr>
            </a:lvl7pPr>
            <a:lvl8pPr lvl="7" algn="l">
              <a:lnSpc>
                <a:spcPct val="80000"/>
              </a:lnSpc>
              <a:spcBef>
                <a:spcPts val="0"/>
              </a:spcBef>
              <a:spcAft>
                <a:spcPts val="0"/>
              </a:spcAft>
              <a:buClr>
                <a:schemeClr val="lt1"/>
              </a:buClr>
              <a:buSzPts val="3600"/>
              <a:buNone/>
              <a:defRPr sz="3600">
                <a:solidFill>
                  <a:schemeClr val="lt1"/>
                </a:solidFill>
              </a:defRPr>
            </a:lvl8pPr>
            <a:lvl9pPr lvl="8" algn="l">
              <a:lnSpc>
                <a:spcPct val="80000"/>
              </a:lnSpc>
              <a:spcBef>
                <a:spcPts val="0"/>
              </a:spcBef>
              <a:spcAft>
                <a:spcPts val="0"/>
              </a:spcAft>
              <a:buClr>
                <a:schemeClr val="lt1"/>
              </a:buClr>
              <a:buSzPts val="3600"/>
              <a:buNone/>
              <a:defRPr sz="3600">
                <a:solidFill>
                  <a:schemeClr val="lt1"/>
                </a:solidFill>
              </a:defRPr>
            </a:lvl9pPr>
          </a:lstStyle>
          <a:p/>
        </p:txBody>
      </p:sp>
      <p:sp>
        <p:nvSpPr>
          <p:cNvPr id="207" name="Google Shape;207;p44"/>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700"/>
              <a:buNone/>
              <a:defRPr sz="1700">
                <a:solidFill>
                  <a:schemeClr val="lt1"/>
                </a:solidFill>
              </a:defRPr>
            </a:lvl2pPr>
            <a:lvl3pPr lvl="2" algn="l">
              <a:lnSpc>
                <a:spcPct val="100000"/>
              </a:lnSpc>
              <a:spcBef>
                <a:spcPts val="0"/>
              </a:spcBef>
              <a:spcAft>
                <a:spcPts val="0"/>
              </a:spcAft>
              <a:buClr>
                <a:schemeClr val="lt1"/>
              </a:buClr>
              <a:buSzPts val="1700"/>
              <a:buNone/>
              <a:defRPr sz="1700">
                <a:solidFill>
                  <a:schemeClr val="lt1"/>
                </a:solidFill>
              </a:defRPr>
            </a:lvl3pPr>
            <a:lvl4pPr lvl="3" algn="l">
              <a:lnSpc>
                <a:spcPct val="100000"/>
              </a:lnSpc>
              <a:spcBef>
                <a:spcPts val="0"/>
              </a:spcBef>
              <a:spcAft>
                <a:spcPts val="0"/>
              </a:spcAft>
              <a:buClr>
                <a:schemeClr val="lt1"/>
              </a:buClr>
              <a:buSzPts val="1700"/>
              <a:buNone/>
              <a:defRPr sz="1700">
                <a:solidFill>
                  <a:schemeClr val="lt1"/>
                </a:solidFill>
              </a:defRPr>
            </a:lvl4pPr>
            <a:lvl5pPr lvl="4" algn="l">
              <a:lnSpc>
                <a:spcPct val="100000"/>
              </a:lnSpc>
              <a:spcBef>
                <a:spcPts val="0"/>
              </a:spcBef>
              <a:spcAft>
                <a:spcPts val="0"/>
              </a:spcAft>
              <a:buClr>
                <a:schemeClr val="lt1"/>
              </a:buClr>
              <a:buSzPts val="1700"/>
              <a:buNone/>
              <a:defRPr sz="1700">
                <a:solidFill>
                  <a:schemeClr val="lt1"/>
                </a:solidFill>
              </a:defRPr>
            </a:lvl5pPr>
            <a:lvl6pPr lvl="5" algn="l">
              <a:lnSpc>
                <a:spcPct val="100000"/>
              </a:lnSpc>
              <a:spcBef>
                <a:spcPts val="0"/>
              </a:spcBef>
              <a:spcAft>
                <a:spcPts val="0"/>
              </a:spcAft>
              <a:buClr>
                <a:schemeClr val="lt1"/>
              </a:buClr>
              <a:buSzPts val="1700"/>
              <a:buNone/>
              <a:defRPr sz="1700">
                <a:solidFill>
                  <a:schemeClr val="lt1"/>
                </a:solidFill>
              </a:defRPr>
            </a:lvl6pPr>
            <a:lvl7pPr lvl="6" algn="l">
              <a:lnSpc>
                <a:spcPct val="100000"/>
              </a:lnSpc>
              <a:spcBef>
                <a:spcPts val="0"/>
              </a:spcBef>
              <a:spcAft>
                <a:spcPts val="0"/>
              </a:spcAft>
              <a:buClr>
                <a:schemeClr val="lt1"/>
              </a:buClr>
              <a:buSzPts val="1700"/>
              <a:buNone/>
              <a:defRPr sz="1700">
                <a:solidFill>
                  <a:schemeClr val="lt1"/>
                </a:solidFill>
              </a:defRPr>
            </a:lvl7pPr>
            <a:lvl8pPr lvl="7" algn="l">
              <a:lnSpc>
                <a:spcPct val="100000"/>
              </a:lnSpc>
              <a:spcBef>
                <a:spcPts val="0"/>
              </a:spcBef>
              <a:spcAft>
                <a:spcPts val="0"/>
              </a:spcAft>
              <a:buClr>
                <a:schemeClr val="lt1"/>
              </a:buClr>
              <a:buSzPts val="1700"/>
              <a:buNone/>
              <a:defRPr sz="1700">
                <a:solidFill>
                  <a:schemeClr val="lt1"/>
                </a:solidFill>
              </a:defRPr>
            </a:lvl8pPr>
            <a:lvl9pPr lvl="8" algn="l">
              <a:lnSpc>
                <a:spcPct val="100000"/>
              </a:lnSpc>
              <a:spcBef>
                <a:spcPts val="0"/>
              </a:spcBef>
              <a:spcAft>
                <a:spcPts val="0"/>
              </a:spcAft>
              <a:buClr>
                <a:schemeClr val="lt1"/>
              </a:buClr>
              <a:buSzPts val="1700"/>
              <a:buNone/>
              <a:defRPr sz="1700">
                <a:solidFill>
                  <a:schemeClr val="lt1"/>
                </a:solidFill>
              </a:defRPr>
            </a:lvl9pPr>
          </a:lstStyle>
          <a:p/>
        </p:txBody>
      </p:sp>
      <p:pic>
        <p:nvPicPr>
          <p:cNvPr id="208" name="Google Shape;208;p44"/>
          <p:cNvPicPr preferRelativeResize="0"/>
          <p:nvPr/>
        </p:nvPicPr>
        <p:blipFill rotWithShape="1">
          <a:blip r:embed="rId2">
            <a:alphaModFix/>
          </a:blip>
          <a:srcRect b="0" l="0" r="0" t="0"/>
          <a:stretch/>
        </p:blipFill>
        <p:spPr>
          <a:xfrm>
            <a:off x="228600" y="4741360"/>
            <a:ext cx="683399" cy="234058"/>
          </a:xfrm>
          <a:prstGeom prst="rect">
            <a:avLst/>
          </a:prstGeom>
          <a:noFill/>
          <a:ln>
            <a:noFill/>
          </a:ln>
        </p:spPr>
      </p:pic>
      <p:sp>
        <p:nvSpPr>
          <p:cNvPr id="209" name="Google Shape;209;p4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type="twoColTx">
  <p:cSld name="TITLE_AND_TWO_COLUMNS">
    <p:bg>
      <p:bgPr>
        <a:solidFill>
          <a:schemeClr val="lt1"/>
        </a:solidFill>
      </p:bgPr>
    </p:bg>
    <p:spTree>
      <p:nvGrpSpPr>
        <p:cNvPr id="210" name="Shape 210"/>
        <p:cNvGrpSpPr/>
        <p:nvPr/>
      </p:nvGrpSpPr>
      <p:grpSpPr>
        <a:xfrm>
          <a:off x="0" y="0"/>
          <a:ext cx="0" cy="0"/>
          <a:chOff x="0" y="0"/>
          <a:chExt cx="0" cy="0"/>
        </a:xfrm>
      </p:grpSpPr>
      <p:sp>
        <p:nvSpPr>
          <p:cNvPr id="211" name="Google Shape;211;p45"/>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12" name="Google Shape;212;p45"/>
          <p:cNvSpPr txBox="1"/>
          <p:nvPr>
            <p:ph idx="1" type="body"/>
          </p:nvPr>
        </p:nvSpPr>
        <p:spPr>
          <a:xfrm>
            <a:off x="2286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213" name="Google Shape;213;p45"/>
          <p:cNvSpPr txBox="1"/>
          <p:nvPr>
            <p:ph idx="2" type="body"/>
          </p:nvPr>
        </p:nvSpPr>
        <p:spPr>
          <a:xfrm>
            <a:off x="48324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214" name="Google Shape;214;p4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15" name="Google Shape;215;p4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16" name="Google Shape;216;p4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1">
  <p:cSld name="MAIN_POINT">
    <p:bg>
      <p:bgPr>
        <a:solidFill>
          <a:schemeClr val="accent5"/>
        </a:solidFill>
      </p:bgPr>
    </p:bg>
    <p:spTree>
      <p:nvGrpSpPr>
        <p:cNvPr id="217" name="Shape 217"/>
        <p:cNvGrpSpPr/>
        <p:nvPr/>
      </p:nvGrpSpPr>
      <p:grpSpPr>
        <a:xfrm>
          <a:off x="0" y="0"/>
          <a:ext cx="0" cy="0"/>
          <a:chOff x="0" y="0"/>
          <a:chExt cx="0" cy="0"/>
        </a:xfrm>
      </p:grpSpPr>
      <p:sp>
        <p:nvSpPr>
          <p:cNvPr id="218" name="Google Shape;218;p46"/>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219" name="Google Shape;219;p46"/>
          <p:cNvSpPr/>
          <p:nvPr/>
        </p:nvSpPr>
        <p:spPr>
          <a:xfrm>
            <a:off x="0" y="0"/>
            <a:ext cx="9144000" cy="115200"/>
          </a:xfrm>
          <a:prstGeom prst="rect">
            <a:avLst/>
          </a:prstGeom>
          <a:solidFill>
            <a:srgbClr val="E6FF01"/>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2">
  <p:cSld name="MAIN_POINT_2">
    <p:bg>
      <p:bgPr>
        <a:solidFill>
          <a:schemeClr val="lt2"/>
        </a:solidFill>
      </p:bgPr>
    </p:bg>
    <p:spTree>
      <p:nvGrpSpPr>
        <p:cNvPr id="220" name="Shape 220"/>
        <p:cNvGrpSpPr/>
        <p:nvPr/>
      </p:nvGrpSpPr>
      <p:grpSpPr>
        <a:xfrm>
          <a:off x="0" y="0"/>
          <a:ext cx="0" cy="0"/>
          <a:chOff x="0" y="0"/>
          <a:chExt cx="0" cy="0"/>
        </a:xfrm>
      </p:grpSpPr>
      <p:sp>
        <p:nvSpPr>
          <p:cNvPr id="221" name="Google Shape;221;p47"/>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222" name="Google Shape;222;p47"/>
          <p:cNvSpPr/>
          <p:nvPr/>
        </p:nvSpPr>
        <p:spPr>
          <a:xfrm>
            <a:off x="0" y="0"/>
            <a:ext cx="9144000" cy="115200"/>
          </a:xfrm>
          <a:prstGeom prst="rect">
            <a:avLst/>
          </a:prstGeom>
          <a:solidFill>
            <a:srgbClr val="247094"/>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3">
  <p:cSld name="MAIN_POINT_2_1">
    <p:bg>
      <p:bgPr>
        <a:solidFill>
          <a:schemeClr val="dk2"/>
        </a:solidFill>
      </p:bgPr>
    </p:bg>
    <p:spTree>
      <p:nvGrpSpPr>
        <p:cNvPr id="223" name="Shape 223"/>
        <p:cNvGrpSpPr/>
        <p:nvPr/>
      </p:nvGrpSpPr>
      <p:grpSpPr>
        <a:xfrm>
          <a:off x="0" y="0"/>
          <a:ext cx="0" cy="0"/>
          <a:chOff x="0" y="0"/>
          <a:chExt cx="0" cy="0"/>
        </a:xfrm>
      </p:grpSpPr>
      <p:sp>
        <p:nvSpPr>
          <p:cNvPr id="224" name="Google Shape;224;p48"/>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Clr>
                <a:schemeClr val="lt1"/>
              </a:buClr>
              <a:buSzPts val="4800"/>
              <a:buFont typeface="DM Mono"/>
              <a:buNone/>
              <a:defRPr sz="4800">
                <a:solidFill>
                  <a:schemeClr val="lt1"/>
                </a:solidFill>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225" name="Google Shape;225;p48"/>
          <p:cNvSpPr/>
          <p:nvPr/>
        </p:nvSpPr>
        <p:spPr>
          <a:xfrm>
            <a:off x="0" y="0"/>
            <a:ext cx="9144000" cy="115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226" name="Shape 226"/>
        <p:cNvGrpSpPr/>
        <p:nvPr/>
      </p:nvGrpSpPr>
      <p:grpSpPr>
        <a:xfrm>
          <a:off x="0" y="0"/>
          <a:ext cx="0" cy="0"/>
          <a:chOff x="0" y="0"/>
          <a:chExt cx="0" cy="0"/>
        </a:xfrm>
      </p:grpSpPr>
      <p:sp>
        <p:nvSpPr>
          <p:cNvPr id="227" name="Google Shape;227;p49"/>
          <p:cNvSpPr txBox="1"/>
          <p:nvPr>
            <p:ph idx="1" type="body"/>
          </p:nvPr>
        </p:nvSpPr>
        <p:spPr>
          <a:xfrm>
            <a:off x="228600" y="1389600"/>
            <a:ext cx="3861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DM Sans"/>
              <a:buChar char="●"/>
              <a:defRPr sz="12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228" name="Google Shape;228;p49"/>
          <p:cNvSpPr txBox="1"/>
          <p:nvPr>
            <p:ph type="title"/>
          </p:nvPr>
        </p:nvSpPr>
        <p:spPr>
          <a:xfrm>
            <a:off x="228600" y="342900"/>
            <a:ext cx="5098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29" name="Google Shape;229;p4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30" name="Google Shape;230;p4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31" name="Google Shape;231;p49"/>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32" name="Shape 232"/>
        <p:cNvGrpSpPr/>
        <p:nvPr/>
      </p:nvGrpSpPr>
      <p:grpSpPr>
        <a:xfrm>
          <a:off x="0" y="0"/>
          <a:ext cx="0" cy="0"/>
          <a:chOff x="0" y="0"/>
          <a:chExt cx="0" cy="0"/>
        </a:xfrm>
      </p:grpSpPr>
      <p:sp>
        <p:nvSpPr>
          <p:cNvPr id="233" name="Google Shape;233;p50"/>
          <p:cNvSpPr txBox="1"/>
          <p:nvPr>
            <p:ph type="title"/>
          </p:nvPr>
        </p:nvSpPr>
        <p:spPr>
          <a:xfrm>
            <a:off x="228600" y="342900"/>
            <a:ext cx="5257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34" name="Google Shape;234;p5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35" name="Google Shape;235;p50"/>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36" name="Google Shape;236;p50"/>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Dark Background">
  <p:cSld name="CAPTION_ONLY_1">
    <p:bg>
      <p:bgPr>
        <a:solidFill>
          <a:schemeClr val="dk1"/>
        </a:solidFill>
      </p:bgPr>
    </p:bg>
    <p:spTree>
      <p:nvGrpSpPr>
        <p:cNvPr id="237" name="Shape 237"/>
        <p:cNvGrpSpPr/>
        <p:nvPr/>
      </p:nvGrpSpPr>
      <p:grpSpPr>
        <a:xfrm>
          <a:off x="0" y="0"/>
          <a:ext cx="0" cy="0"/>
          <a:chOff x="0" y="0"/>
          <a:chExt cx="0" cy="0"/>
        </a:xfrm>
      </p:grpSpPr>
      <p:sp>
        <p:nvSpPr>
          <p:cNvPr id="238" name="Google Shape;238;p5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239" name="Google Shape;239;p51"/>
          <p:cNvPicPr preferRelativeResize="0"/>
          <p:nvPr/>
        </p:nvPicPr>
        <p:blipFill rotWithShape="1">
          <a:blip r:embed="rId2">
            <a:alphaModFix/>
          </a:blip>
          <a:srcRect b="0" l="0" r="0" t="0"/>
          <a:stretch/>
        </p:blipFill>
        <p:spPr>
          <a:xfrm>
            <a:off x="228600" y="4741100"/>
            <a:ext cx="683274" cy="234575"/>
          </a:xfrm>
          <a:prstGeom prst="rect">
            <a:avLst/>
          </a:prstGeom>
          <a:noFill/>
          <a:ln>
            <a:noFill/>
          </a:ln>
        </p:spPr>
      </p:pic>
      <p:sp>
        <p:nvSpPr>
          <p:cNvPr id="240" name="Google Shape;240;p5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1">
  <p:cSld name="SECTION_TITLE_AND_DESCRIPTION">
    <p:bg>
      <p:bgPr>
        <a:solidFill>
          <a:schemeClr val="lt1"/>
        </a:solidFill>
      </p:bgPr>
    </p:bg>
    <p:spTree>
      <p:nvGrpSpPr>
        <p:cNvPr id="241" name="Shape 241"/>
        <p:cNvGrpSpPr/>
        <p:nvPr/>
      </p:nvGrpSpPr>
      <p:grpSpPr>
        <a:xfrm>
          <a:off x="0" y="0"/>
          <a:ext cx="0" cy="0"/>
          <a:chOff x="0" y="0"/>
          <a:chExt cx="0" cy="0"/>
        </a:xfrm>
      </p:grpSpPr>
      <p:sp>
        <p:nvSpPr>
          <p:cNvPr id="242" name="Google Shape;242;p52"/>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43" name="Google Shape;243;p52"/>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44" name="Google Shape;244;p52"/>
          <p:cNvSpPr/>
          <p:nvPr/>
        </p:nvSpPr>
        <p:spPr>
          <a:xfrm>
            <a:off x="474255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pic>
        <p:nvPicPr>
          <p:cNvPr id="246" name="Google Shape;246;p52"/>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age Number">
  <p:cSld name="CAPTION_ONLY_3">
    <p:bg>
      <p:bgPr>
        <a:solidFill>
          <a:schemeClr val="lt1"/>
        </a:solidFill>
      </p:bgPr>
    </p:bg>
    <p:spTree>
      <p:nvGrpSpPr>
        <p:cNvPr id="247" name="Shape 247"/>
        <p:cNvGrpSpPr/>
        <p:nvPr/>
      </p:nvGrpSpPr>
      <p:grpSpPr>
        <a:xfrm>
          <a:off x="0" y="0"/>
          <a:ext cx="0" cy="0"/>
          <a:chOff x="0" y="0"/>
          <a:chExt cx="0" cy="0"/>
        </a:xfrm>
      </p:grpSpPr>
      <p:sp>
        <p:nvSpPr>
          <p:cNvPr id="248" name="Google Shape;248;p5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APTION_ONLY_1_1">
    <p:bg>
      <p:bgPr>
        <a:solidFill>
          <a:schemeClr val="dk1"/>
        </a:solidFill>
      </p:bgPr>
    </p:bg>
    <p:spTree>
      <p:nvGrpSpPr>
        <p:cNvPr id="249" name="Shape 249"/>
        <p:cNvGrpSpPr/>
        <p:nvPr/>
      </p:nvGrpSpPr>
      <p:grpSpPr>
        <a:xfrm>
          <a:off x="0" y="0"/>
          <a:ext cx="0" cy="0"/>
          <a:chOff x="0" y="0"/>
          <a:chExt cx="0" cy="0"/>
        </a:xfrm>
      </p:grpSpPr>
      <p:sp>
        <p:nvSpPr>
          <p:cNvPr id="250" name="Google Shape;250;p5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251" name="Google Shape;251;p54"/>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252" name="Google Shape;252;p5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MAIN_POINT_1">
    <p:bg>
      <p:bgPr>
        <a:solidFill>
          <a:schemeClr val="dk2"/>
        </a:solidFill>
      </p:bgPr>
    </p:bg>
    <p:spTree>
      <p:nvGrpSpPr>
        <p:cNvPr id="253" name="Shape 253"/>
        <p:cNvGrpSpPr/>
        <p:nvPr/>
      </p:nvGrpSpPr>
      <p:grpSpPr>
        <a:xfrm>
          <a:off x="0" y="0"/>
          <a:ext cx="0" cy="0"/>
          <a:chOff x="0" y="0"/>
          <a:chExt cx="0" cy="0"/>
        </a:xfrm>
      </p:grpSpPr>
      <p:sp>
        <p:nvSpPr>
          <p:cNvPr id="254" name="Google Shape;254;p55"/>
          <p:cNvSpPr txBox="1"/>
          <p:nvPr>
            <p:ph type="title"/>
          </p:nvPr>
        </p:nvSpPr>
        <p:spPr>
          <a:xfrm>
            <a:off x="228600" y="907275"/>
            <a:ext cx="6629400" cy="2289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2500"/>
              <a:buFont typeface="DM Mono"/>
              <a:buNone/>
              <a:defRPr sz="25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2pPr>
            <a:lvl3pPr lvl="2"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3pPr>
            <a:lvl4pPr lvl="3"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4pPr>
            <a:lvl5pPr lvl="4"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5pPr>
            <a:lvl6pPr lvl="5"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6pPr>
            <a:lvl7pPr lvl="6"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7pPr>
            <a:lvl8pPr lvl="7"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8pPr>
            <a:lvl9pPr lvl="8"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9pPr>
          </a:lstStyle>
          <a:p/>
        </p:txBody>
      </p:sp>
      <p:sp>
        <p:nvSpPr>
          <p:cNvPr id="255" name="Google Shape;255;p55"/>
          <p:cNvSpPr txBox="1"/>
          <p:nvPr>
            <p:ph idx="1" type="subTitle"/>
          </p:nvPr>
        </p:nvSpPr>
        <p:spPr>
          <a:xfrm>
            <a:off x="228600" y="364375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100"/>
              <a:buFont typeface="DM Sans"/>
              <a:buNone/>
              <a:defRPr sz="11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2pPr>
            <a:lvl3pPr lvl="2"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3pPr>
            <a:lvl4pPr lvl="3"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4pPr>
            <a:lvl5pPr lvl="4"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5pPr>
            <a:lvl6pPr lvl="5"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6pPr>
            <a:lvl7pPr lvl="6"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7pPr>
            <a:lvl8pPr lvl="7"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8pPr>
            <a:lvl9pPr lvl="8"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9pPr>
          </a:lstStyle>
          <a:p/>
        </p:txBody>
      </p:sp>
      <p:sp>
        <p:nvSpPr>
          <p:cNvPr id="256" name="Google Shape;256;p55"/>
          <p:cNvSpPr txBox="1"/>
          <p:nvPr/>
        </p:nvSpPr>
        <p:spPr>
          <a:xfrm>
            <a:off x="82700" y="907275"/>
            <a:ext cx="265500" cy="47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Libre Baskerville"/>
                <a:ea typeface="Libre Baskerville"/>
                <a:cs typeface="Libre Baskerville"/>
                <a:sym typeface="Libre Baskerville"/>
              </a:rPr>
              <a:t>“</a:t>
            </a:r>
            <a:endParaRPr b="0" i="0" sz="2500" u="none" cap="none" strike="noStrike">
              <a:solidFill>
                <a:schemeClr val="lt1"/>
              </a:solidFill>
              <a:latin typeface="Libre Baskerville"/>
              <a:ea typeface="Libre Baskerville"/>
              <a:cs typeface="Libre Baskerville"/>
              <a:sym typeface="Libre Baskerville"/>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2">
  <p:cSld name="SECTION_TITLE_AND_DESCRIPTION_2">
    <p:bg>
      <p:bgPr>
        <a:solidFill>
          <a:schemeClr val="lt1"/>
        </a:solidFill>
      </p:bgPr>
    </p:bg>
    <p:spTree>
      <p:nvGrpSpPr>
        <p:cNvPr id="257" name="Shape 257"/>
        <p:cNvGrpSpPr/>
        <p:nvPr/>
      </p:nvGrpSpPr>
      <p:grpSpPr>
        <a:xfrm>
          <a:off x="0" y="0"/>
          <a:ext cx="0" cy="0"/>
          <a:chOff x="0" y="0"/>
          <a:chExt cx="0" cy="0"/>
        </a:xfrm>
      </p:grpSpPr>
      <p:sp>
        <p:nvSpPr>
          <p:cNvPr id="258" name="Google Shape;258;p56"/>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59" name="Google Shape;259;p56"/>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60" name="Google Shape;260;p5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
        <p:nvSpPr>
          <p:cNvPr id="261" name="Google Shape;261;p56"/>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62" name="Google Shape;262;p5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63" name="Google Shape;263;p5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3">
  <p:cSld name="SECTION_TITLE_AND_DESCRIPTION_1">
    <p:bg>
      <p:bgPr>
        <a:solidFill>
          <a:schemeClr val="lt1"/>
        </a:solidFill>
      </p:bgPr>
    </p:bg>
    <p:spTree>
      <p:nvGrpSpPr>
        <p:cNvPr id="264" name="Shape 264"/>
        <p:cNvGrpSpPr/>
        <p:nvPr/>
      </p:nvGrpSpPr>
      <p:grpSpPr>
        <a:xfrm>
          <a:off x="0" y="0"/>
          <a:ext cx="0" cy="0"/>
          <a:chOff x="0" y="0"/>
          <a:chExt cx="0" cy="0"/>
        </a:xfrm>
      </p:grpSpPr>
      <p:sp>
        <p:nvSpPr>
          <p:cNvPr id="265" name="Google Shape;265;p57"/>
          <p:cNvSpPr txBox="1"/>
          <p:nvPr>
            <p:ph type="title"/>
          </p:nvPr>
        </p:nvSpPr>
        <p:spPr>
          <a:xfrm>
            <a:off x="4796675"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66" name="Google Shape;266;p57"/>
          <p:cNvSpPr txBox="1"/>
          <p:nvPr>
            <p:ph idx="1" type="body"/>
          </p:nvPr>
        </p:nvSpPr>
        <p:spPr>
          <a:xfrm>
            <a:off x="4796675"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67" name="Google Shape;267;p57"/>
          <p:cNvSpPr/>
          <p:nvPr/>
        </p:nvSpPr>
        <p:spPr>
          <a:xfrm>
            <a:off x="17550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57"/>
          <p:cNvSpPr txBox="1"/>
          <p:nvPr>
            <p:ph idx="2" type="body"/>
          </p:nvPr>
        </p:nvSpPr>
        <p:spPr>
          <a:xfrm>
            <a:off x="425550" y="724075"/>
            <a:ext cx="3837000" cy="3844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CAPTION_ONLY">
    <p:bg>
      <p:bgPr>
        <a:solidFill>
          <a:schemeClr val="lt1"/>
        </a:solidFill>
      </p:bgPr>
    </p:bg>
    <p:spTree>
      <p:nvGrpSpPr>
        <p:cNvPr id="269" name="Shape 269"/>
        <p:cNvGrpSpPr/>
        <p:nvPr/>
      </p:nvGrpSpPr>
      <p:grpSpPr>
        <a:xfrm>
          <a:off x="0" y="0"/>
          <a:ext cx="0" cy="0"/>
          <a:chOff x="0" y="0"/>
          <a:chExt cx="0" cy="0"/>
        </a:xfrm>
      </p:grpSpPr>
      <p:sp>
        <p:nvSpPr>
          <p:cNvPr id="270" name="Google Shape;270;p58"/>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71" name="Google Shape;271;p5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72" name="Google Shape;272;p58"/>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273" name="Shape 273"/>
        <p:cNvGrpSpPr/>
        <p:nvPr/>
      </p:nvGrpSpPr>
      <p:grpSpPr>
        <a:xfrm>
          <a:off x="0" y="0"/>
          <a:ext cx="0" cy="0"/>
          <a:chOff x="0" y="0"/>
          <a:chExt cx="0" cy="0"/>
        </a:xfrm>
      </p:grpSpPr>
      <p:sp>
        <p:nvSpPr>
          <p:cNvPr id="274" name="Google Shape;274;p5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12000"/>
              <a:buFont typeface="DM Mono Medium"/>
              <a:buNone/>
              <a:defRPr sz="12000">
                <a:latin typeface="DM Mono Medium"/>
                <a:ea typeface="DM Mono Medium"/>
                <a:cs typeface="DM Mono Medium"/>
                <a:sym typeface="DM Mono Medium"/>
              </a:defRPr>
            </a:lvl1pPr>
            <a:lvl2pPr lvl="1" algn="ctr">
              <a:lnSpc>
                <a:spcPct val="80000"/>
              </a:lnSpc>
              <a:spcBef>
                <a:spcPts val="0"/>
              </a:spcBef>
              <a:spcAft>
                <a:spcPts val="0"/>
              </a:spcAft>
              <a:buSzPts val="12000"/>
              <a:buNone/>
              <a:defRPr sz="12000"/>
            </a:lvl2pPr>
            <a:lvl3pPr lvl="2" algn="ctr">
              <a:lnSpc>
                <a:spcPct val="80000"/>
              </a:lnSpc>
              <a:spcBef>
                <a:spcPts val="0"/>
              </a:spcBef>
              <a:spcAft>
                <a:spcPts val="0"/>
              </a:spcAft>
              <a:buSzPts val="12000"/>
              <a:buNone/>
              <a:defRPr sz="12000"/>
            </a:lvl3pPr>
            <a:lvl4pPr lvl="3" algn="ctr">
              <a:lnSpc>
                <a:spcPct val="80000"/>
              </a:lnSpc>
              <a:spcBef>
                <a:spcPts val="0"/>
              </a:spcBef>
              <a:spcAft>
                <a:spcPts val="0"/>
              </a:spcAft>
              <a:buSzPts val="12000"/>
              <a:buNone/>
              <a:defRPr sz="12000"/>
            </a:lvl4pPr>
            <a:lvl5pPr lvl="4" algn="ctr">
              <a:lnSpc>
                <a:spcPct val="80000"/>
              </a:lnSpc>
              <a:spcBef>
                <a:spcPts val="0"/>
              </a:spcBef>
              <a:spcAft>
                <a:spcPts val="0"/>
              </a:spcAft>
              <a:buSzPts val="12000"/>
              <a:buNone/>
              <a:defRPr sz="12000"/>
            </a:lvl5pPr>
            <a:lvl6pPr lvl="5" algn="ctr">
              <a:lnSpc>
                <a:spcPct val="80000"/>
              </a:lnSpc>
              <a:spcBef>
                <a:spcPts val="0"/>
              </a:spcBef>
              <a:spcAft>
                <a:spcPts val="0"/>
              </a:spcAft>
              <a:buSzPts val="12000"/>
              <a:buNone/>
              <a:defRPr sz="12000"/>
            </a:lvl6pPr>
            <a:lvl7pPr lvl="6" algn="ctr">
              <a:lnSpc>
                <a:spcPct val="80000"/>
              </a:lnSpc>
              <a:spcBef>
                <a:spcPts val="0"/>
              </a:spcBef>
              <a:spcAft>
                <a:spcPts val="0"/>
              </a:spcAft>
              <a:buSzPts val="12000"/>
              <a:buNone/>
              <a:defRPr sz="12000"/>
            </a:lvl7pPr>
            <a:lvl8pPr lvl="7" algn="ctr">
              <a:lnSpc>
                <a:spcPct val="80000"/>
              </a:lnSpc>
              <a:spcBef>
                <a:spcPts val="0"/>
              </a:spcBef>
              <a:spcAft>
                <a:spcPts val="0"/>
              </a:spcAft>
              <a:buSzPts val="12000"/>
              <a:buNone/>
              <a:defRPr sz="12000"/>
            </a:lvl8pPr>
            <a:lvl9pPr lvl="8" algn="ctr">
              <a:lnSpc>
                <a:spcPct val="80000"/>
              </a:lnSpc>
              <a:spcBef>
                <a:spcPts val="0"/>
              </a:spcBef>
              <a:spcAft>
                <a:spcPts val="0"/>
              </a:spcAft>
              <a:buSzPts val="12000"/>
              <a:buNone/>
              <a:defRPr sz="12000"/>
            </a:lvl9pPr>
          </a:lstStyle>
          <a:p>
            <a:r>
              <a:t>xx%</a:t>
            </a:r>
          </a:p>
        </p:txBody>
      </p:sp>
      <p:sp>
        <p:nvSpPr>
          <p:cNvPr id="275" name="Google Shape;275;p59"/>
          <p:cNvSpPr txBox="1"/>
          <p:nvPr>
            <p:ph idx="1" type="body"/>
          </p:nvPr>
        </p:nvSpPr>
        <p:spPr>
          <a:xfrm>
            <a:off x="311700" y="3152225"/>
            <a:ext cx="8520600" cy="14166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Font typeface="DM Sans"/>
              <a:buChar char="●"/>
              <a:defRPr>
                <a:latin typeface="DM Sans"/>
                <a:ea typeface="DM Sans"/>
                <a:cs typeface="DM Sans"/>
                <a:sym typeface="DM Sans"/>
              </a:defRPr>
            </a:lvl1pPr>
            <a:lvl2pPr indent="-279400" lvl="1" marL="914400" algn="ctr">
              <a:lnSpc>
                <a:spcPct val="115000"/>
              </a:lnSpc>
              <a:spcBef>
                <a:spcPts val="0"/>
              </a:spcBef>
              <a:spcAft>
                <a:spcPts val="0"/>
              </a:spcAft>
              <a:buSzPts val="800"/>
              <a:buFont typeface="DM Sans"/>
              <a:buChar char="○"/>
              <a:defRPr>
                <a:latin typeface="DM Sans"/>
                <a:ea typeface="DM Sans"/>
                <a:cs typeface="DM Sans"/>
                <a:sym typeface="DM Sans"/>
              </a:defRPr>
            </a:lvl2pPr>
            <a:lvl3pPr indent="-279400" lvl="2" marL="1371600" algn="ctr">
              <a:lnSpc>
                <a:spcPct val="115000"/>
              </a:lnSpc>
              <a:spcBef>
                <a:spcPts val="0"/>
              </a:spcBef>
              <a:spcAft>
                <a:spcPts val="0"/>
              </a:spcAft>
              <a:buSzPts val="800"/>
              <a:buFont typeface="DM Sans"/>
              <a:buChar char="■"/>
              <a:defRPr>
                <a:latin typeface="DM Sans"/>
                <a:ea typeface="DM Sans"/>
                <a:cs typeface="DM Sans"/>
                <a:sym typeface="DM Sans"/>
              </a:defRPr>
            </a:lvl3pPr>
            <a:lvl4pPr indent="-279400" lvl="3" marL="1828800" algn="ctr">
              <a:lnSpc>
                <a:spcPct val="115000"/>
              </a:lnSpc>
              <a:spcBef>
                <a:spcPts val="0"/>
              </a:spcBef>
              <a:spcAft>
                <a:spcPts val="0"/>
              </a:spcAft>
              <a:buSzPts val="800"/>
              <a:buFont typeface="DM Sans"/>
              <a:buChar char="●"/>
              <a:defRPr>
                <a:latin typeface="DM Sans"/>
                <a:ea typeface="DM Sans"/>
                <a:cs typeface="DM Sans"/>
                <a:sym typeface="DM Sans"/>
              </a:defRPr>
            </a:lvl4pPr>
            <a:lvl5pPr indent="-279400" lvl="4" marL="2286000" algn="ctr">
              <a:lnSpc>
                <a:spcPct val="115000"/>
              </a:lnSpc>
              <a:spcBef>
                <a:spcPts val="0"/>
              </a:spcBef>
              <a:spcAft>
                <a:spcPts val="0"/>
              </a:spcAft>
              <a:buSzPts val="800"/>
              <a:buFont typeface="DM Sans"/>
              <a:buChar char="○"/>
              <a:defRPr>
                <a:latin typeface="DM Sans"/>
                <a:ea typeface="DM Sans"/>
                <a:cs typeface="DM Sans"/>
                <a:sym typeface="DM Sans"/>
              </a:defRPr>
            </a:lvl5pPr>
            <a:lvl6pPr indent="-279400" lvl="5" marL="2743200" algn="ctr">
              <a:lnSpc>
                <a:spcPct val="115000"/>
              </a:lnSpc>
              <a:spcBef>
                <a:spcPts val="0"/>
              </a:spcBef>
              <a:spcAft>
                <a:spcPts val="0"/>
              </a:spcAft>
              <a:buSzPts val="800"/>
              <a:buFont typeface="DM Sans"/>
              <a:buChar char="■"/>
              <a:defRPr>
                <a:latin typeface="DM Sans"/>
                <a:ea typeface="DM Sans"/>
                <a:cs typeface="DM Sans"/>
                <a:sym typeface="DM Sans"/>
              </a:defRPr>
            </a:lvl6pPr>
            <a:lvl7pPr indent="-279400" lvl="6" marL="3200400" algn="ctr">
              <a:lnSpc>
                <a:spcPct val="115000"/>
              </a:lnSpc>
              <a:spcBef>
                <a:spcPts val="0"/>
              </a:spcBef>
              <a:spcAft>
                <a:spcPts val="0"/>
              </a:spcAft>
              <a:buSzPts val="800"/>
              <a:buFont typeface="DM Sans"/>
              <a:buChar char="●"/>
              <a:defRPr>
                <a:latin typeface="DM Sans"/>
                <a:ea typeface="DM Sans"/>
                <a:cs typeface="DM Sans"/>
                <a:sym typeface="DM Sans"/>
              </a:defRPr>
            </a:lvl7pPr>
            <a:lvl8pPr indent="-279400" lvl="7" marL="3657600" algn="ctr">
              <a:lnSpc>
                <a:spcPct val="115000"/>
              </a:lnSpc>
              <a:spcBef>
                <a:spcPts val="0"/>
              </a:spcBef>
              <a:spcAft>
                <a:spcPts val="0"/>
              </a:spcAft>
              <a:buSzPts val="800"/>
              <a:buFont typeface="DM Sans"/>
              <a:buChar char="○"/>
              <a:defRPr>
                <a:latin typeface="DM Sans"/>
                <a:ea typeface="DM Sans"/>
                <a:cs typeface="DM Sans"/>
                <a:sym typeface="DM Sans"/>
              </a:defRPr>
            </a:lvl8pPr>
            <a:lvl9pPr indent="-279400" lvl="8" marL="4114800" algn="ctr">
              <a:lnSpc>
                <a:spcPct val="115000"/>
              </a:lnSpc>
              <a:spcBef>
                <a:spcPts val="0"/>
              </a:spcBef>
              <a:spcAft>
                <a:spcPts val="0"/>
              </a:spcAft>
              <a:buSzPts val="800"/>
              <a:buFont typeface="DM Sans"/>
              <a:buChar char="■"/>
              <a:defRPr>
                <a:latin typeface="DM Sans"/>
                <a:ea typeface="DM Sans"/>
                <a:cs typeface="DM Sans"/>
                <a:sym typeface="DM Sans"/>
              </a:defRPr>
            </a:lvl9pPr>
          </a:lstStyle>
          <a:p/>
        </p:txBody>
      </p:sp>
      <p:sp>
        <p:nvSpPr>
          <p:cNvPr id="276" name="Google Shape;276;p59"/>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77" name="Google Shape;277;p5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78" name="Google Shape;278;p5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2.xml"/><Relationship Id="rId22" Type="http://schemas.openxmlformats.org/officeDocument/2006/relationships/slideLayout" Target="../slideLayouts/slideLayout54.xml"/><Relationship Id="rId21" Type="http://schemas.openxmlformats.org/officeDocument/2006/relationships/slideLayout" Target="../slideLayouts/slideLayout53.xml"/><Relationship Id="rId24" Type="http://schemas.openxmlformats.org/officeDocument/2006/relationships/slideLayout" Target="../slideLayouts/slideLayout56.xml"/><Relationship Id="rId23" Type="http://schemas.openxmlformats.org/officeDocument/2006/relationships/slideLayout" Target="../slideLayouts/slideLayout55.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26" Type="http://schemas.openxmlformats.org/officeDocument/2006/relationships/theme" Target="../theme/theme1.xml"/><Relationship Id="rId25" Type="http://schemas.openxmlformats.org/officeDocument/2006/relationships/slideLayout" Target="../slideLayouts/slideLayout57.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slideLayout" Target="../slideLayouts/slideLayout49.xml"/><Relationship Id="rId16" Type="http://schemas.openxmlformats.org/officeDocument/2006/relationships/slideLayout" Target="../slideLayouts/slideLayout48.xml"/><Relationship Id="rId19" Type="http://schemas.openxmlformats.org/officeDocument/2006/relationships/slideLayout" Target="../slideLayouts/slideLayout51.xml"/><Relationship Id="rId1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2800"/>
              <a:buFont typeface="DM Mono Medium"/>
              <a:buNone/>
              <a:defRPr b="0" i="0" sz="2800" u="none" cap="none" strike="noStrike">
                <a:solidFill>
                  <a:schemeClr val="dk1"/>
                </a:solidFill>
                <a:latin typeface="DM Mono Medium"/>
                <a:ea typeface="DM Mono Medium"/>
                <a:cs typeface="DM Mono Medium"/>
                <a:sym typeface="DM Mono Medium"/>
              </a:defRPr>
            </a:lvl1pPr>
            <a:lvl2pPr lvl="1"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2pPr>
            <a:lvl3pPr lvl="2"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3pPr>
            <a:lvl4pPr lvl="3"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4pPr>
            <a:lvl5pPr lvl="4"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5pPr>
            <a:lvl6pPr lvl="5"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6pPr>
            <a:lvl7pPr lvl="6"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7pPr>
            <a:lvl8pPr lvl="7"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8pPr>
            <a:lvl9pPr lvl="8"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9pPr>
          </a:lstStyle>
          <a:p/>
        </p:txBody>
      </p:sp>
      <p:sp>
        <p:nvSpPr>
          <p:cNvPr id="7" name="Google Shape;7;p1"/>
          <p:cNvSpPr txBox="1"/>
          <p:nvPr>
            <p:ph idx="1" type="body"/>
          </p:nvPr>
        </p:nvSpPr>
        <p:spPr>
          <a:xfrm>
            <a:off x="228600" y="1152475"/>
            <a:ext cx="52578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1"/>
              </a:buClr>
              <a:buSzPts val="1200"/>
              <a:buFont typeface="DM Sans"/>
              <a:buChar char="●"/>
              <a:defRPr b="0" i="0" sz="1200" u="none" cap="none" strike="noStrike">
                <a:solidFill>
                  <a:schemeClr val="dk1"/>
                </a:solidFill>
                <a:latin typeface="DM Sans"/>
                <a:ea typeface="DM Sans"/>
                <a:cs typeface="DM Sans"/>
                <a:sym typeface="DM Sans"/>
              </a:defRPr>
            </a:lvl1pPr>
            <a:lvl2pPr indent="-279400" lvl="1" marL="914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2pPr>
            <a:lvl3pPr indent="-279400" lvl="2" marL="1371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3pPr>
            <a:lvl4pPr indent="-279400" lvl="3" marL="1828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4pPr>
            <a:lvl5pPr indent="-279400" lvl="4" marL="22860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5pPr>
            <a:lvl6pPr indent="-279400" lvl="5" marL="27432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6pPr>
            <a:lvl7pPr indent="-279400" lvl="6" marL="3200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7pPr>
            <a:lvl8pPr indent="-279400" lvl="7" marL="3657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8pPr>
            <a:lvl9pPr indent="-279400" lvl="8" marL="4114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mc:AlternateContent>
    <mc:Choice Requires="p14">
      <p:transition spd="slow" p14:dur="12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A4335"/>
          </p15:clr>
        </p15:guide>
        <p15:guide id="2" pos="5616">
          <p15:clr>
            <a:srgbClr val="EA4335"/>
          </p15:clr>
        </p15:guide>
        <p15:guide id="3" orient="horz" pos="216">
          <p15:clr>
            <a:srgbClr val="EA4335"/>
          </p15:clr>
        </p15:guide>
        <p15:guide id="4" orient="horz" pos="3024">
          <p15:clr>
            <a:srgbClr val="EA4335"/>
          </p15:clr>
        </p15:guide>
        <p15:guide id="5" pos="3456">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160" name="Shape 160"/>
        <p:cNvGrpSpPr/>
        <p:nvPr/>
      </p:nvGrpSpPr>
      <p:grpSpPr>
        <a:xfrm>
          <a:off x="0" y="0"/>
          <a:ext cx="0" cy="0"/>
          <a:chOff x="0" y="0"/>
          <a:chExt cx="0" cy="0"/>
        </a:xfrm>
      </p:grpSpPr>
      <p:sp>
        <p:nvSpPr>
          <p:cNvPr id="161" name="Google Shape;161;p34"/>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2800"/>
              <a:buFont typeface="DM Mono Medium"/>
              <a:buNone/>
              <a:defRPr b="0" i="0" sz="2800" u="none" cap="none" strike="noStrike">
                <a:solidFill>
                  <a:schemeClr val="dk1"/>
                </a:solidFill>
                <a:latin typeface="DM Mono Medium"/>
                <a:ea typeface="DM Mono Medium"/>
                <a:cs typeface="DM Mono Medium"/>
                <a:sym typeface="DM Mono Medium"/>
              </a:defRPr>
            </a:lvl1pPr>
            <a:lvl2pPr lvl="1"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2pPr>
            <a:lvl3pPr lvl="2"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3pPr>
            <a:lvl4pPr lvl="3"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4pPr>
            <a:lvl5pPr lvl="4"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5pPr>
            <a:lvl6pPr lvl="5"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6pPr>
            <a:lvl7pPr lvl="6"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7pPr>
            <a:lvl8pPr lvl="7"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8pPr>
            <a:lvl9pPr lvl="8"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9pPr>
          </a:lstStyle>
          <a:p/>
        </p:txBody>
      </p:sp>
      <p:sp>
        <p:nvSpPr>
          <p:cNvPr id="162" name="Google Shape;162;p34"/>
          <p:cNvSpPr txBox="1"/>
          <p:nvPr>
            <p:ph idx="1" type="body"/>
          </p:nvPr>
        </p:nvSpPr>
        <p:spPr>
          <a:xfrm>
            <a:off x="228600" y="1152475"/>
            <a:ext cx="52578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1"/>
              </a:buClr>
              <a:buSzPts val="1200"/>
              <a:buFont typeface="DM Sans"/>
              <a:buChar char="●"/>
              <a:defRPr b="0" i="0" sz="1200" u="none" cap="none" strike="noStrike">
                <a:solidFill>
                  <a:schemeClr val="dk1"/>
                </a:solidFill>
                <a:latin typeface="DM Sans"/>
                <a:ea typeface="DM Sans"/>
                <a:cs typeface="DM Sans"/>
                <a:sym typeface="DM Sans"/>
              </a:defRPr>
            </a:lvl1pPr>
            <a:lvl2pPr indent="-279400" lvl="1" marL="914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2pPr>
            <a:lvl3pPr indent="-279400" lvl="2" marL="1371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3pPr>
            <a:lvl4pPr indent="-279400" lvl="3" marL="1828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4pPr>
            <a:lvl5pPr indent="-279400" lvl="4" marL="22860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5pPr>
            <a:lvl6pPr indent="-279400" lvl="5" marL="27432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6pPr>
            <a:lvl7pPr indent="-279400" lvl="6" marL="3200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7pPr>
            <a:lvl8pPr indent="-279400" lvl="7" marL="3657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8pPr>
            <a:lvl9pPr indent="-279400" lvl="8" marL="4114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Lst>
  <mc:AlternateContent>
    <mc:Choice Requires="p14">
      <p:transition spd="slow" p14:dur="12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A4335"/>
          </p15:clr>
        </p15:guide>
        <p15:guide id="2" pos="5616">
          <p15:clr>
            <a:srgbClr val="EA4335"/>
          </p15:clr>
        </p15:guide>
        <p15:guide id="3" orient="horz" pos="216">
          <p15:clr>
            <a:srgbClr val="EA4335"/>
          </p15:clr>
        </p15:guide>
        <p15:guide id="4" orient="horz" pos="3024">
          <p15:clr>
            <a:srgbClr val="EA4335"/>
          </p15:clr>
        </p15:guide>
        <p15:guide id="5" pos="3456">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 Id="rId3" Type="http://schemas.openxmlformats.org/officeDocument/2006/relationships/hyperlink" Target="https://www.kyriba.com/use-cases/kyriba-trusted-a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hyperlink" Target="https://docs.google.com/document/d/1bPfeI8HlyRuBAc3x4H0-w4MacOFewJzd/edit" TargetMode="External"/><Relationship Id="rId4" Type="http://schemas.openxmlformats.org/officeDocument/2006/relationships/hyperlink" Target="https://play.goconsensus.com/s67b94ebf" TargetMode="External"/><Relationship Id="rId5" Type="http://schemas.openxmlformats.org/officeDocument/2006/relationships/hyperlink" Target="https://play.goconsensus.com/se66e989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hyperlink" Target="https://kyriba.lightning.force.com/lightning/r/Product2/01tSb00000NH9zJIAT/view" TargetMode="External"/><Relationship Id="rId4" Type="http://schemas.openxmlformats.org/officeDocument/2006/relationships/hyperlink" Target="https://kyriba.lightning.force.com/lightning/r/Product2/01tSb00000NH9srIAD/view" TargetMode="External"/><Relationship Id="rId5"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40.png"/><Relationship Id="rId4" Type="http://schemas.openxmlformats.org/officeDocument/2006/relationships/image" Target="../media/image28.png"/><Relationship Id="rId5" Type="http://schemas.openxmlformats.org/officeDocument/2006/relationships/image" Target="../media/image21.png"/><Relationship Id="rId6" Type="http://schemas.openxmlformats.org/officeDocument/2006/relationships/image" Target="../media/image30.png"/><Relationship Id="rId7"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hyperlink" Target="https://docs.google.com/document/d/1bPfeI8HlyRuBAc3x4H0-w4MacOFewJzd/edit" TargetMode="External"/><Relationship Id="rId4" Type="http://schemas.openxmlformats.org/officeDocument/2006/relationships/hyperlink" Target="https://docs.google.com/presentation/d/1xQx_lBvka_y-9Lr3CDhy-QBHRr4pep735MP5SKpLA2s/edit?slide=id.g384a76317bc_0_133#slide=id.g384a76317bc_0_133" TargetMode="External"/><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 Id="rId3" Type="http://schemas.openxmlformats.org/officeDocument/2006/relationships/hyperlink" Target="https://drive.google.com/file/d/1KkoWc4-IorP2n02gBqTWHGNMlRasXLBv/view?usp=drive_link" TargetMode="External"/><Relationship Id="rId4" Type="http://schemas.openxmlformats.org/officeDocument/2006/relationships/hyperlink" Target="https://internal-kyribaacademy.talentlms.com/learner/courseinfo/id:40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 Id="rId3" Type="http://schemas.openxmlformats.org/officeDocument/2006/relationships/hyperlink" Target="https://kyriba.slack.com/archives/C09KB6G2J9L" TargetMode="External"/><Relationship Id="rId4" Type="http://schemas.openxmlformats.org/officeDocument/2006/relationships/hyperlink" Target="https://kyriba.slack.com/archives/C08KSCF7CE8"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6.xml"/><Relationship Id="rId3" Type="http://schemas.openxmlformats.org/officeDocument/2006/relationships/hyperlink" Target="https://kyridev.atlassian.net/wiki/spaces/DP/pages/15538552850/TAI+Logging" TargetMode="Externa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9.xml"/><Relationship Id="rId3" Type="http://schemas.openxmlformats.org/officeDocument/2006/relationships/hyperlink" Target="https://docs.google.com/presentation/d/1xQx_lBvka_y-9Lr3CDhy-QBHRr4pep735MP5SKpLA2s/edit?slide=id.g384a76317bc_0_133#slide=id.g384a76317bc_0_133" TargetMode="External"/><Relationship Id="rId4" Type="http://schemas.openxmlformats.org/officeDocument/2006/relationships/image" Target="../media/image31.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0.xml"/><Relationship Id="rId3" Type="http://schemas.openxmlformats.org/officeDocument/2006/relationships/hyperlink" Target="https://docs.google.com/presentation/d/1xQx_lBvka_y-9Lr3CDhy-QBHRr4pep735MP5SKpLA2s/edit?slide=id.g384a76317bc_0_133#slide=id.g384a76317bc_0_133" TargetMode="Externa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42.png"/><Relationship Id="rId4" Type="http://schemas.openxmlformats.org/officeDocument/2006/relationships/image" Target="../media/image33.png"/><Relationship Id="rId5"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hyperlink" Target="https://internal-kyribaacademy.talentlms.com/learner/courseinfo/id:401" TargetMode="External"/><Relationship Id="rId4" Type="http://schemas.openxmlformats.org/officeDocument/2006/relationships/hyperlink" Target="https://developer.kyriba.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8.xml"/><Relationship Id="rId3" Type="http://schemas.openxmlformats.org/officeDocument/2006/relationships/hyperlink" Target="https://docs.google.com/presentation/d/1xQx_lBvka_y-9Lr3CDhy-QBHRr4pep735MP5SKpLA2s/edit?slide=id.g384a76317bc_0_133#slide=id.g384a76317bc_0_133" TargetMode="External"/><Relationship Id="rId4" Type="http://schemas.openxmlformats.org/officeDocument/2006/relationships/hyperlink" Target="https://drive.google.com/file/d/1KkoWc4-IorP2n02gBqTWHGNMlRasXLBv/view?usp=drive_link" TargetMode="External"/><Relationship Id="rId9" Type="http://schemas.openxmlformats.org/officeDocument/2006/relationships/hyperlink" Target="https://kyriba.slack.com/archives/C09KB6G2J9L" TargetMode="External"/><Relationship Id="rId5" Type="http://schemas.openxmlformats.org/officeDocument/2006/relationships/hyperlink" Target="https://internal-kyribaacademy.talentlms.com/learner/courseinfo/id:401" TargetMode="External"/><Relationship Id="rId6" Type="http://schemas.openxmlformats.org/officeDocument/2006/relationships/hyperlink" Target="https://developer.kyriba.com/" TargetMode="External"/><Relationship Id="rId7" Type="http://schemas.openxmlformats.org/officeDocument/2006/relationships/hyperlink" Target="https://kyriba.slack.com/archives/C08KSCF7CE8" TargetMode="External"/><Relationship Id="rId8" Type="http://schemas.openxmlformats.org/officeDocument/2006/relationships/hyperlink" Target="https://kyriba.slack.com/archives/C09KB6G2J9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5.xml"/><Relationship Id="rId3" Type="http://schemas.openxmlformats.org/officeDocument/2006/relationships/image" Target="../media/image4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45.png"/><Relationship Id="rId5"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2" name="Shape 282"/>
        <p:cNvGrpSpPr/>
        <p:nvPr/>
      </p:nvGrpSpPr>
      <p:grpSpPr>
        <a:xfrm>
          <a:off x="0" y="0"/>
          <a:ext cx="0" cy="0"/>
          <a:chOff x="0" y="0"/>
          <a:chExt cx="0" cy="0"/>
        </a:xfrm>
      </p:grpSpPr>
      <p:sp>
        <p:nvSpPr>
          <p:cNvPr id="283" name="Google Shape;283;p60"/>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000000"/>
              </a:buClr>
              <a:buSzPts val="5200"/>
              <a:buFont typeface="Arial"/>
              <a:buNone/>
            </a:pPr>
            <a:r>
              <a:rPr lang="en"/>
              <a:t>Support Forum</a:t>
            </a:r>
            <a:endParaRPr/>
          </a:p>
        </p:txBody>
      </p:sp>
      <p:sp>
        <p:nvSpPr>
          <p:cNvPr id="284" name="Google Shape;284;p60"/>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700"/>
              <a:buFont typeface="Arial"/>
              <a:buNone/>
            </a:pPr>
            <a:r>
              <a:rPr lang="en"/>
              <a:t>Trusted AI “TAI” Support Enablement</a:t>
            </a:r>
            <a:endParaRPr>
              <a:solidFill>
                <a:schemeClr val="accent1"/>
              </a:solidFill>
            </a:endParaRPr>
          </a:p>
        </p:txBody>
      </p:sp>
      <p:cxnSp>
        <p:nvCxnSpPr>
          <p:cNvPr id="285" name="Google Shape;285;p60"/>
          <p:cNvCxnSpPr/>
          <p:nvPr/>
        </p:nvCxnSpPr>
        <p:spPr>
          <a:xfrm rot="10800000">
            <a:off x="8295525" y="345875"/>
            <a:ext cx="6303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61"/>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Timeline:</a:t>
            </a:r>
            <a:endParaRPr sz="2600"/>
          </a:p>
        </p:txBody>
      </p:sp>
      <p:sp>
        <p:nvSpPr>
          <p:cNvPr id="291" name="Google Shape;291;p61"/>
          <p:cNvSpPr txBox="1"/>
          <p:nvPr>
            <p:ph idx="1" type="body"/>
          </p:nvPr>
        </p:nvSpPr>
        <p:spPr>
          <a:xfrm>
            <a:off x="228600" y="1152475"/>
            <a:ext cx="8796900" cy="3024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b="1" lang="en">
                <a:solidFill>
                  <a:srgbClr val="38761D"/>
                </a:solidFill>
              </a:rPr>
              <a:t>15th November: 	“</a:t>
            </a:r>
            <a:r>
              <a:rPr b="1" lang="en"/>
              <a:t>TAI” go-live on </a:t>
            </a:r>
            <a:r>
              <a:rPr b="1" lang="en"/>
              <a:t>IE1-Quartz &amp; US5-Diamond</a:t>
            </a:r>
            <a:endParaRPr b="1"/>
          </a:p>
          <a:p>
            <a:pPr indent="-311150" lvl="0" marL="457200" rtl="0" algn="l">
              <a:lnSpc>
                <a:spcPct val="115000"/>
              </a:lnSpc>
              <a:spcBef>
                <a:spcPts val="0"/>
              </a:spcBef>
              <a:spcAft>
                <a:spcPts val="0"/>
              </a:spcAft>
              <a:buSzPts val="1300"/>
              <a:buChar char="●"/>
            </a:pPr>
            <a:r>
              <a:rPr b="1" lang="en">
                <a:solidFill>
                  <a:srgbClr val="38761D"/>
                </a:solidFill>
              </a:rPr>
              <a:t>Expected 22nd November: 	“</a:t>
            </a:r>
            <a:r>
              <a:rPr b="1" lang="en"/>
              <a:t>TAI” go-live on US3-Opal</a:t>
            </a:r>
            <a:endParaRPr b="1"/>
          </a:p>
          <a:p>
            <a:pPr indent="0" lvl="0" marL="0" rtl="0" algn="l">
              <a:lnSpc>
                <a:spcPct val="115000"/>
              </a:lnSpc>
              <a:spcBef>
                <a:spcPts val="0"/>
              </a:spcBef>
              <a:spcAft>
                <a:spcPts val="0"/>
              </a:spcAft>
              <a:buNone/>
            </a:pPr>
            <a:r>
              <a:t/>
            </a:r>
            <a:endParaRPr b="1"/>
          </a:p>
          <a:p>
            <a:pPr indent="-311150" lvl="0" marL="457200" rtl="0" algn="l">
              <a:lnSpc>
                <a:spcPct val="115000"/>
              </a:lnSpc>
              <a:spcBef>
                <a:spcPts val="0"/>
              </a:spcBef>
              <a:spcAft>
                <a:spcPts val="0"/>
              </a:spcAft>
              <a:buSzPts val="1300"/>
              <a:buChar char="●"/>
            </a:pPr>
            <a:r>
              <a:rPr b="1" lang="en">
                <a:solidFill>
                  <a:srgbClr val="38761D"/>
                </a:solidFill>
              </a:rPr>
              <a:t>Expected 31st December:	“</a:t>
            </a:r>
            <a:r>
              <a:rPr b="1" lang="en"/>
              <a:t>TAI” go-live on all platforms except: </a:t>
            </a:r>
            <a:endParaRPr b="1"/>
          </a:p>
          <a:p>
            <a:pPr indent="-311150" lvl="6" marL="3200400" rtl="0" algn="l">
              <a:lnSpc>
                <a:spcPct val="115000"/>
              </a:lnSpc>
              <a:spcBef>
                <a:spcPts val="0"/>
              </a:spcBef>
              <a:spcAft>
                <a:spcPts val="0"/>
              </a:spcAft>
              <a:buSzPts val="1300"/>
              <a:buChar char="●"/>
            </a:pPr>
            <a:r>
              <a:rPr b="1" lang="en" sz="1300"/>
              <a:t>China, Saudi Arabia, Canada and UAE</a:t>
            </a:r>
            <a:endParaRPr b="1" sz="1300"/>
          </a:p>
          <a:p>
            <a:pPr indent="0" lvl="0" marL="0" rtl="0" algn="l">
              <a:lnSpc>
                <a:spcPct val="115000"/>
              </a:lnSpc>
              <a:spcBef>
                <a:spcPts val="0"/>
              </a:spcBef>
              <a:spcAft>
                <a:spcPts val="0"/>
              </a:spcAft>
              <a:buNone/>
            </a:pPr>
            <a:r>
              <a:t/>
            </a:r>
            <a:endParaRPr b="1"/>
          </a:p>
          <a:p>
            <a:pPr indent="-311150" lvl="0" marL="457200" rtl="0" algn="l">
              <a:lnSpc>
                <a:spcPct val="115000"/>
              </a:lnSpc>
              <a:spcBef>
                <a:spcPts val="0"/>
              </a:spcBef>
              <a:spcAft>
                <a:spcPts val="0"/>
              </a:spcAft>
              <a:buSzPts val="1300"/>
              <a:buChar char="●"/>
            </a:pPr>
            <a:r>
              <a:rPr b="1" lang="en">
                <a:solidFill>
                  <a:srgbClr val="38761D"/>
                </a:solidFill>
              </a:rPr>
              <a:t>2026 Q1 next year: </a:t>
            </a:r>
            <a:r>
              <a:rPr b="1" lang="en"/>
              <a:t>		1x PC21-0001 Kyriba Units - 500 &amp; PC22-0002 TAI Agents embedded   </a:t>
            </a:r>
            <a:endParaRPr b="1"/>
          </a:p>
          <a:p>
            <a:pPr indent="0" lvl="0" marL="2743200" rtl="0" algn="l">
              <a:lnSpc>
                <a:spcPct val="115000"/>
              </a:lnSpc>
              <a:spcBef>
                <a:spcPts val="0"/>
              </a:spcBef>
              <a:spcAft>
                <a:spcPts val="0"/>
              </a:spcAft>
              <a:buNone/>
            </a:pPr>
            <a:r>
              <a:rPr b="1" lang="en"/>
              <a:t>into c</a:t>
            </a:r>
            <a:r>
              <a:rPr b="1" lang="en" sz="1300"/>
              <a:t>ash management renewals</a:t>
            </a:r>
            <a:r>
              <a:rPr b="1" lang="en"/>
              <a:t>. (Expected </a:t>
            </a:r>
            <a:r>
              <a:rPr b="1" lang="en"/>
              <a:t>mid</a:t>
            </a:r>
            <a:r>
              <a:rPr b="1" lang="en"/>
              <a:t>-January)</a:t>
            </a:r>
            <a:endParaRPr b="1" sz="1300"/>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t/>
            </a:r>
            <a:endParaRPr b="1" sz="1100">
              <a:solidFill>
                <a:srgbClr val="000000"/>
              </a:solidFill>
            </a:endParaRPr>
          </a:p>
          <a:p>
            <a:pPr indent="0" lvl="0" marL="0" rtl="0" algn="l">
              <a:lnSpc>
                <a:spcPct val="115000"/>
              </a:lnSpc>
              <a:spcBef>
                <a:spcPts val="0"/>
              </a:spcBef>
              <a:spcAft>
                <a:spcPts val="0"/>
              </a:spcAft>
              <a:buClr>
                <a:schemeClr val="hlink"/>
              </a:buClr>
              <a:buSzPts val="1100"/>
              <a:buFont typeface="Arial"/>
              <a:buNone/>
            </a:pPr>
            <a:r>
              <a:t/>
            </a:r>
            <a:endParaRPr b="1"/>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62"/>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How to explain what TAI is to customers</a:t>
            </a:r>
            <a:endParaRPr sz="2600"/>
          </a:p>
          <a:p>
            <a:pPr indent="0" lvl="0" marL="0" rtl="0" algn="l">
              <a:lnSpc>
                <a:spcPct val="80000"/>
              </a:lnSpc>
              <a:spcBef>
                <a:spcPts val="0"/>
              </a:spcBef>
              <a:spcAft>
                <a:spcPts val="0"/>
              </a:spcAft>
              <a:buSzPts val="2000"/>
              <a:buNone/>
            </a:pPr>
            <a:r>
              <a:t/>
            </a:r>
            <a:endParaRPr sz="2600"/>
          </a:p>
        </p:txBody>
      </p:sp>
      <p:sp>
        <p:nvSpPr>
          <p:cNvPr id="297" name="Google Shape;297;p62"/>
          <p:cNvSpPr txBox="1"/>
          <p:nvPr/>
        </p:nvSpPr>
        <p:spPr>
          <a:xfrm>
            <a:off x="1800750" y="1404688"/>
            <a:ext cx="5542500" cy="1681500"/>
          </a:xfrm>
          <a:prstGeom prst="rect">
            <a:avLst/>
          </a:prstGeom>
          <a:solidFill>
            <a:srgbClr val="ECEDE5"/>
          </a:solidFill>
          <a:ln cap="flat" cmpd="sng" w="9525">
            <a:solidFill>
              <a:srgbClr val="F4F4F4"/>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1A252A"/>
                </a:solidFill>
                <a:latin typeface="DM Sans"/>
                <a:ea typeface="DM Sans"/>
                <a:cs typeface="DM Sans"/>
                <a:sym typeface="DM Sans"/>
              </a:rPr>
              <a:t>TAI is an agentic AI because it will plan and execute governed, multi‑step treasury workflows on trusted Kyriba data—with explainability, role‑based controls, and full auditability—rather than merely a AI chatbot responding to prompts.</a:t>
            </a:r>
            <a:endParaRPr b="1" sz="1300">
              <a:solidFill>
                <a:srgbClr val="1A252A"/>
              </a:solidFill>
              <a:latin typeface="DM Sans"/>
              <a:ea typeface="DM Sans"/>
              <a:cs typeface="DM Sans"/>
              <a:sym typeface="DM Sans"/>
            </a:endParaRPr>
          </a:p>
          <a:p>
            <a:pPr indent="0" lvl="0" marL="0" rtl="0" algn="l">
              <a:spcBef>
                <a:spcPts val="0"/>
              </a:spcBef>
              <a:spcAft>
                <a:spcPts val="0"/>
              </a:spcAft>
              <a:buNone/>
            </a:pPr>
            <a:r>
              <a:t/>
            </a:r>
            <a:endParaRPr b="1" sz="1000">
              <a:solidFill>
                <a:srgbClr val="1A252A"/>
              </a:solidFill>
              <a:latin typeface="DM Sans"/>
              <a:ea typeface="DM Sans"/>
              <a:cs typeface="DM Sans"/>
              <a:sym typeface="DM Sans"/>
            </a:endParaRPr>
          </a:p>
        </p:txBody>
      </p:sp>
      <p:sp>
        <p:nvSpPr>
          <p:cNvPr id="298" name="Google Shape;298;p62"/>
          <p:cNvSpPr txBox="1"/>
          <p:nvPr/>
        </p:nvSpPr>
        <p:spPr>
          <a:xfrm>
            <a:off x="228600" y="3414225"/>
            <a:ext cx="8686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For a full explanation of “Trusted AI portfolio”, “TAI” etc, please review the Kyriba website:</a:t>
            </a:r>
            <a:endParaRPr/>
          </a:p>
          <a:p>
            <a:pPr indent="0" lvl="0" marL="0" rtl="0" algn="ctr">
              <a:spcBef>
                <a:spcPts val="0"/>
              </a:spcBef>
              <a:spcAft>
                <a:spcPts val="0"/>
              </a:spcAft>
              <a:buNone/>
            </a:pPr>
            <a:r>
              <a:rPr lang="en" u="sng">
                <a:solidFill>
                  <a:srgbClr val="247094"/>
                </a:solidFill>
                <a:hlinkClick r:id="rId3">
                  <a:extLst>
                    <a:ext uri="{A12FA001-AC4F-418D-AE19-62706E023703}">
                      <ahyp:hlinkClr val="tx"/>
                    </a:ext>
                  </a:extLst>
                </a:hlinkClick>
              </a:rPr>
              <a:t>https://www.kyriba.com/use-cases/kyriba-trusted-ai/</a:t>
            </a:r>
            <a:endParaRPr>
              <a:solidFill>
                <a:srgbClr val="24709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63"/>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What is “TAI”?</a:t>
            </a:r>
            <a:endParaRPr sz="2600"/>
          </a:p>
          <a:p>
            <a:pPr indent="0" lvl="0" marL="0" rtl="0" algn="l">
              <a:lnSpc>
                <a:spcPct val="80000"/>
              </a:lnSpc>
              <a:spcBef>
                <a:spcPts val="0"/>
              </a:spcBef>
              <a:spcAft>
                <a:spcPts val="0"/>
              </a:spcAft>
              <a:buSzPts val="2000"/>
              <a:buNone/>
            </a:pPr>
            <a:r>
              <a:t/>
            </a:r>
            <a:endParaRPr sz="2600"/>
          </a:p>
        </p:txBody>
      </p:sp>
      <p:sp>
        <p:nvSpPr>
          <p:cNvPr id="304" name="Google Shape;304;p63"/>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“TAI” is Kyriba’s agentic AI. </a:t>
            </a:r>
            <a:endParaRPr sz="1100"/>
          </a:p>
          <a:p>
            <a:pPr indent="0" lvl="0" marL="0" rtl="0" algn="l">
              <a:spcBef>
                <a:spcPts val="1200"/>
              </a:spcBef>
              <a:spcAft>
                <a:spcPts val="0"/>
              </a:spcAft>
              <a:buNone/>
            </a:pPr>
            <a:r>
              <a:rPr lang="en" sz="1100"/>
              <a:t>Currently there are two “</a:t>
            </a:r>
            <a:r>
              <a:rPr lang="en" sz="1100"/>
              <a:t>agents</a:t>
            </a:r>
            <a:r>
              <a:rPr lang="en" sz="1100"/>
              <a:t>” within ‘TAI agents’:</a:t>
            </a:r>
            <a:endParaRPr sz="1100"/>
          </a:p>
          <a:p>
            <a:pPr indent="-298450" lvl="0" marL="457200" marR="0" rtl="0" algn="l">
              <a:lnSpc>
                <a:spcPct val="115000"/>
              </a:lnSpc>
              <a:spcBef>
                <a:spcPts val="1200"/>
              </a:spcBef>
              <a:spcAft>
                <a:spcPts val="0"/>
              </a:spcAft>
              <a:buSzPts val="1100"/>
              <a:buChar char="●"/>
            </a:pPr>
            <a:r>
              <a:rPr lang="en" sz="1100"/>
              <a:t>Treasury agent:</a:t>
            </a:r>
            <a:endParaRPr sz="1100"/>
          </a:p>
          <a:p>
            <a:pPr indent="-298450" lvl="1" marL="914400" marR="0" rtl="0" algn="l">
              <a:lnSpc>
                <a:spcPct val="115000"/>
              </a:lnSpc>
              <a:spcBef>
                <a:spcPts val="0"/>
              </a:spcBef>
              <a:spcAft>
                <a:spcPts val="0"/>
              </a:spcAft>
              <a:buSzPts val="1100"/>
              <a:buChar char="○"/>
            </a:pPr>
            <a:r>
              <a:rPr lang="en" sz="1100"/>
              <a:t>Producing reporting/analysis</a:t>
            </a:r>
            <a:endParaRPr sz="1100"/>
          </a:p>
          <a:p>
            <a:pPr indent="-298450" lvl="1" marL="914400" marR="0" rtl="0" algn="l">
              <a:lnSpc>
                <a:spcPct val="115000"/>
              </a:lnSpc>
              <a:spcBef>
                <a:spcPts val="0"/>
              </a:spcBef>
              <a:spcAft>
                <a:spcPts val="0"/>
              </a:spcAft>
              <a:buSzPts val="1100"/>
              <a:buChar char="○"/>
            </a:pPr>
            <a:r>
              <a:rPr lang="en" sz="1100"/>
              <a:t>Reduce customer time investigating breaks</a:t>
            </a:r>
            <a:endParaRPr sz="1100"/>
          </a:p>
          <a:p>
            <a:pPr indent="-298450" lvl="0" marL="457200" marR="0" rtl="0" algn="l">
              <a:lnSpc>
                <a:spcPct val="115000"/>
              </a:lnSpc>
              <a:spcBef>
                <a:spcPts val="0"/>
              </a:spcBef>
              <a:spcAft>
                <a:spcPts val="0"/>
              </a:spcAft>
              <a:buSzPts val="1100"/>
              <a:buChar char="●"/>
            </a:pPr>
            <a:r>
              <a:rPr lang="en" sz="1100"/>
              <a:t>Help agent:</a:t>
            </a:r>
            <a:endParaRPr sz="1100"/>
          </a:p>
          <a:p>
            <a:pPr indent="-298450" lvl="1" marL="914400" marR="0" rtl="0" algn="l">
              <a:lnSpc>
                <a:spcPct val="115000"/>
              </a:lnSpc>
              <a:spcBef>
                <a:spcPts val="0"/>
              </a:spcBef>
              <a:spcAft>
                <a:spcPts val="0"/>
              </a:spcAft>
              <a:buSzPts val="1100"/>
              <a:buChar char="○"/>
            </a:pPr>
            <a:r>
              <a:rPr lang="en" sz="1100"/>
              <a:t>Asking questions on how to use Kyriba from Kyriba’s Online Help.</a:t>
            </a:r>
            <a:endParaRPr sz="1100"/>
          </a:p>
          <a:p>
            <a:pPr indent="-298450" lvl="1" marL="914400" marR="0" rtl="0" algn="l">
              <a:lnSpc>
                <a:spcPct val="115000"/>
              </a:lnSpc>
              <a:spcBef>
                <a:spcPts val="0"/>
              </a:spcBef>
              <a:spcAft>
                <a:spcPts val="0"/>
              </a:spcAft>
              <a:buSzPts val="1100"/>
              <a:buChar char="○"/>
            </a:pPr>
            <a:r>
              <a:rPr lang="en" sz="1100"/>
              <a:t>Supports new user at implementation, as well as during day-to-day maintenance operations, reducing the number of user questions to </a:t>
            </a:r>
            <a:r>
              <a:rPr lang="en" sz="1100"/>
              <a:t>Kyriba experts and support.</a:t>
            </a:r>
            <a:endParaRPr sz="1100"/>
          </a:p>
          <a:p>
            <a:pPr indent="0" lvl="0" marL="0" marR="0" rtl="0" algn="l">
              <a:lnSpc>
                <a:spcPct val="115000"/>
              </a:lnSpc>
              <a:spcBef>
                <a:spcPts val="1200"/>
              </a:spcBef>
              <a:spcAft>
                <a:spcPts val="0"/>
              </a:spcAft>
              <a:buNone/>
            </a:pPr>
            <a:r>
              <a:rPr lang="en" sz="1100"/>
              <a:t>The scope on how TAI can be used is endless. Examples are </a:t>
            </a:r>
            <a:r>
              <a:rPr lang="en" sz="1100"/>
              <a:t>available at these resources:</a:t>
            </a:r>
            <a:endParaRPr sz="1100"/>
          </a:p>
          <a:p>
            <a:pPr indent="-298450" lvl="0" marL="457200" rtl="0" algn="l">
              <a:spcBef>
                <a:spcPts val="1200"/>
              </a:spcBef>
              <a:spcAft>
                <a:spcPts val="0"/>
              </a:spcAft>
              <a:buSzPts val="1100"/>
              <a:buChar char="●"/>
            </a:pPr>
            <a:r>
              <a:rPr lang="en" sz="1100"/>
              <a:t>Example queries: </a:t>
            </a:r>
            <a:r>
              <a:rPr lang="en" sz="1100" u="sng">
                <a:solidFill>
                  <a:srgbClr val="247094"/>
                </a:solidFill>
                <a:hlinkClick r:id="rId3">
                  <a:extLst>
                    <a:ext uri="{A12FA001-AC4F-418D-AE19-62706E023703}">
                      <ahyp:hlinkClr val="tx"/>
                    </a:ext>
                  </a:extLst>
                </a:hlinkClick>
              </a:rPr>
              <a:t>Factsheet: TAI Capabilities</a:t>
            </a:r>
            <a:endParaRPr sz="1100">
              <a:solidFill>
                <a:srgbClr val="247094"/>
              </a:solidFill>
            </a:endParaRPr>
          </a:p>
          <a:p>
            <a:pPr indent="-298450" lvl="0" marL="457200" rtl="0" algn="l">
              <a:spcBef>
                <a:spcPts val="0"/>
              </a:spcBef>
              <a:spcAft>
                <a:spcPts val="0"/>
              </a:spcAft>
              <a:buSzPts val="1100"/>
              <a:buChar char="●"/>
            </a:pPr>
            <a:r>
              <a:rPr lang="en" sz="1100"/>
              <a:t>Pre sales demos:</a:t>
            </a:r>
            <a:endParaRPr sz="1100"/>
          </a:p>
          <a:p>
            <a:pPr indent="-298450" lvl="1" marL="914400" rtl="0" algn="l">
              <a:spcBef>
                <a:spcPts val="0"/>
              </a:spcBef>
              <a:spcAft>
                <a:spcPts val="0"/>
              </a:spcAft>
              <a:buClr>
                <a:srgbClr val="247094"/>
              </a:buClr>
              <a:buSzPts val="1100"/>
              <a:buChar char="○"/>
            </a:pPr>
            <a:r>
              <a:rPr lang="en" sz="1100" u="sng">
                <a:solidFill>
                  <a:srgbClr val="247094"/>
                </a:solidFill>
                <a:hlinkClick r:id="rId4">
                  <a:extLst>
                    <a:ext uri="{A12FA001-AC4F-418D-AE19-62706E023703}">
                      <ahyp:hlinkClr val="tx"/>
                    </a:ext>
                  </a:extLst>
                </a:hlinkClick>
              </a:rPr>
              <a:t>Meet TAI: The Next Leap in AI-Powered Treasury</a:t>
            </a:r>
            <a:endParaRPr sz="1100">
              <a:solidFill>
                <a:srgbClr val="247094"/>
              </a:solidFill>
            </a:endParaRPr>
          </a:p>
          <a:p>
            <a:pPr indent="-298450" lvl="1" marL="914400" rtl="0" algn="l">
              <a:spcBef>
                <a:spcPts val="0"/>
              </a:spcBef>
              <a:spcAft>
                <a:spcPts val="0"/>
              </a:spcAft>
              <a:buClr>
                <a:srgbClr val="247094"/>
              </a:buClr>
              <a:buSzPts val="1100"/>
              <a:buChar char="○"/>
            </a:pPr>
            <a:r>
              <a:rPr lang="en" sz="1100" u="sng">
                <a:solidFill>
                  <a:srgbClr val="247094"/>
                </a:solidFill>
                <a:hlinkClick r:id="rId5">
                  <a:extLst>
                    <a:ext uri="{A12FA001-AC4F-418D-AE19-62706E023703}">
                      <ahyp:hlinkClr val="tx"/>
                    </a:ext>
                  </a:extLst>
                </a:hlinkClick>
              </a:rPr>
              <a:t>2025 - Module Intro - TAI 2 (EN)</a:t>
            </a:r>
            <a:endParaRPr/>
          </a:p>
        </p:txBody>
      </p:sp>
      <p:sp>
        <p:nvSpPr>
          <p:cNvPr id="305" name="Google Shape;305;p63"/>
          <p:cNvSpPr txBox="1"/>
          <p:nvPr>
            <p:ph idx="1" type="body"/>
          </p:nvPr>
        </p:nvSpPr>
        <p:spPr>
          <a:xfrm>
            <a:off x="4741200" y="556950"/>
            <a:ext cx="3984000" cy="1742100"/>
          </a:xfrm>
          <a:prstGeom prst="rect">
            <a:avLst/>
          </a:prstGeom>
          <a:noFill/>
          <a:ln cap="flat" cmpd="sng" w="2857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An agent interprets the user’s request and then engages in a chain of thought, a reasoning process where it breaks down the problem into steps. </a:t>
            </a:r>
            <a:endParaRPr sz="1100"/>
          </a:p>
          <a:p>
            <a:pPr indent="0" lvl="0" marL="0" rtl="0" algn="l">
              <a:spcBef>
                <a:spcPts val="1200"/>
              </a:spcBef>
              <a:spcAft>
                <a:spcPts val="1200"/>
              </a:spcAft>
              <a:buNone/>
            </a:pPr>
            <a:r>
              <a:rPr lang="en" sz="1100"/>
              <a:t>Based on this reasoning, the agent identifies which tools or data sources might help, calls them, observes the results, and adapts its plan if needed. This loop continues until the agent can provide a complete, reliable answer to the user.</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09" name="Shape 309"/>
        <p:cNvGrpSpPr/>
        <p:nvPr/>
      </p:nvGrpSpPr>
      <p:grpSpPr>
        <a:xfrm>
          <a:off x="0" y="0"/>
          <a:ext cx="0" cy="0"/>
          <a:chOff x="0" y="0"/>
          <a:chExt cx="0" cy="0"/>
        </a:xfrm>
      </p:grpSpPr>
      <p:sp>
        <p:nvSpPr>
          <p:cNvPr id="310" name="Google Shape;310;p64"/>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How to use TAI</a:t>
            </a:r>
            <a:endParaRPr/>
          </a:p>
        </p:txBody>
      </p:sp>
      <p:pic>
        <p:nvPicPr>
          <p:cNvPr id="311" name="Google Shape;311;p64"/>
          <p:cNvPicPr preferRelativeResize="0"/>
          <p:nvPr/>
        </p:nvPicPr>
        <p:blipFill>
          <a:blip r:embed="rId3">
            <a:alphaModFix/>
          </a:blip>
          <a:stretch>
            <a:fillRect/>
          </a:stretch>
        </p:blipFill>
        <p:spPr>
          <a:xfrm>
            <a:off x="7281801" y="3012100"/>
            <a:ext cx="962337" cy="1074926"/>
          </a:xfrm>
          <a:prstGeom prst="rect">
            <a:avLst/>
          </a:prstGeom>
          <a:noFill/>
          <a:ln>
            <a:noFill/>
          </a:ln>
        </p:spPr>
      </p:pic>
      <p:sp>
        <p:nvSpPr>
          <p:cNvPr id="312" name="Google Shape;312;p64"/>
          <p:cNvSpPr txBox="1"/>
          <p:nvPr/>
        </p:nvSpPr>
        <p:spPr>
          <a:xfrm>
            <a:off x="6717475" y="4087025"/>
            <a:ext cx="2091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DM Sans"/>
                <a:ea typeface="DM Sans"/>
                <a:cs typeface="DM Sans"/>
                <a:sym typeface="DM Sans"/>
              </a:rPr>
              <a:t>Adam Bridgewater</a:t>
            </a:r>
            <a:endParaRPr sz="1300">
              <a:solidFill>
                <a:schemeClr val="dk1"/>
              </a:solidFill>
              <a:latin typeface="DM Sans"/>
              <a:ea typeface="DM Sans"/>
              <a:cs typeface="DM Sans"/>
              <a:sym typeface="DM Sans"/>
            </a:endParaRPr>
          </a:p>
          <a:p>
            <a:pPr indent="0" lvl="0" marL="0" rtl="0" algn="ctr">
              <a:spcBef>
                <a:spcPts val="0"/>
              </a:spcBef>
              <a:spcAft>
                <a:spcPts val="0"/>
              </a:spcAft>
              <a:buNone/>
            </a:pPr>
            <a:r>
              <a:rPr lang="en" sz="1300">
                <a:solidFill>
                  <a:schemeClr val="dk1"/>
                </a:solidFill>
                <a:latin typeface="DM Sans"/>
                <a:ea typeface="DM Sans"/>
                <a:cs typeface="DM Sans"/>
                <a:sym typeface="DM Sans"/>
              </a:rPr>
              <a:t>A.I. Innovation Manager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16" name="Shape 316"/>
        <p:cNvGrpSpPr/>
        <p:nvPr/>
      </p:nvGrpSpPr>
      <p:grpSpPr>
        <a:xfrm>
          <a:off x="0" y="0"/>
          <a:ext cx="0" cy="0"/>
          <a:chOff x="0" y="0"/>
          <a:chExt cx="0" cy="0"/>
        </a:xfrm>
      </p:grpSpPr>
      <p:sp>
        <p:nvSpPr>
          <p:cNvPr id="317" name="Google Shape;317;p65"/>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solidFill>
                  <a:schemeClr val="accent2"/>
                </a:solidFill>
              </a:rPr>
              <a:t>INTERFACE DEMO</a:t>
            </a:r>
            <a:endParaRPr>
              <a:solidFill>
                <a:schemeClr val="accent2"/>
              </a:solidFill>
            </a:endParaRPr>
          </a:p>
        </p:txBody>
      </p:sp>
      <p:sp>
        <p:nvSpPr>
          <p:cNvPr id="318" name="Google Shape;318;p65"/>
          <p:cNvSpPr txBox="1"/>
          <p:nvPr>
            <p:ph idx="1" type="subTitle"/>
          </p:nvPr>
        </p:nvSpPr>
        <p:spPr>
          <a:xfrm>
            <a:off x="228600" y="2834125"/>
            <a:ext cx="5627100" cy="176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t>Contents:</a:t>
            </a:r>
            <a:endParaRPr sz="1100"/>
          </a:p>
          <a:p>
            <a:pPr indent="-298450" lvl="0" marL="457200" rtl="0" algn="l">
              <a:lnSpc>
                <a:spcPct val="115000"/>
              </a:lnSpc>
              <a:spcBef>
                <a:spcPts val="0"/>
              </a:spcBef>
              <a:spcAft>
                <a:spcPts val="0"/>
              </a:spcAft>
              <a:buSzPts val="1100"/>
              <a:buChar char="●"/>
            </a:pPr>
            <a:r>
              <a:rPr lang="en" sz="1100"/>
              <a:t>UI navigation</a:t>
            </a:r>
            <a:endParaRPr sz="1100"/>
          </a:p>
          <a:p>
            <a:pPr indent="-298450" lvl="0" marL="457200" rtl="0" algn="l">
              <a:lnSpc>
                <a:spcPct val="115000"/>
              </a:lnSpc>
              <a:spcBef>
                <a:spcPts val="0"/>
              </a:spcBef>
              <a:spcAft>
                <a:spcPts val="0"/>
              </a:spcAft>
              <a:buSzPts val="1100"/>
              <a:buChar char="●"/>
            </a:pPr>
            <a:r>
              <a:rPr lang="en" sz="1100"/>
              <a:t>Charting</a:t>
            </a:r>
            <a:endParaRPr sz="1100"/>
          </a:p>
          <a:p>
            <a:pPr indent="-298450" lvl="0" marL="457200" rtl="0" algn="l">
              <a:lnSpc>
                <a:spcPct val="115000"/>
              </a:lnSpc>
              <a:spcBef>
                <a:spcPts val="0"/>
              </a:spcBef>
              <a:spcAft>
                <a:spcPts val="0"/>
              </a:spcAft>
              <a:buSzPts val="1100"/>
              <a:buChar char="●"/>
            </a:pPr>
            <a:r>
              <a:rPr lang="en" sz="1100"/>
              <a:t>Conversations &amp; limitations on conversations with soft-limit warning at 6</a:t>
            </a:r>
            <a:r>
              <a:rPr lang="en" sz="1100"/>
              <a:t>0k</a:t>
            </a:r>
            <a:endParaRPr sz="1100"/>
          </a:p>
          <a:p>
            <a:pPr indent="-298450" lvl="0" marL="457200" rtl="0" algn="l">
              <a:lnSpc>
                <a:spcPct val="115000"/>
              </a:lnSpc>
              <a:spcBef>
                <a:spcPts val="0"/>
              </a:spcBef>
              <a:spcAft>
                <a:spcPts val="0"/>
              </a:spcAft>
              <a:buSzPts val="1100"/>
              <a:buChar char="●"/>
            </a:pPr>
            <a:r>
              <a:rPr lang="en" sz="1100"/>
              <a:t>Guardrails, history, context &amp; clearing conversations</a:t>
            </a:r>
            <a:endParaRPr sz="1100"/>
          </a:p>
          <a:p>
            <a:pPr indent="-298450" lvl="0" marL="457200" rtl="0" algn="l">
              <a:lnSpc>
                <a:spcPct val="115000"/>
              </a:lnSpc>
              <a:spcBef>
                <a:spcPts val="0"/>
              </a:spcBef>
              <a:spcAft>
                <a:spcPts val="0"/>
              </a:spcAft>
              <a:buSzPts val="1100"/>
              <a:buChar char="●"/>
            </a:pPr>
            <a:r>
              <a:rPr lang="en" sz="1100"/>
              <a:t>Copy/paste, feedback, replay.</a:t>
            </a:r>
            <a:endParaRPr sz="1100"/>
          </a:p>
          <a:p>
            <a:pPr indent="-298450" lvl="0" marL="457200" rtl="0" algn="l">
              <a:lnSpc>
                <a:spcPct val="115000"/>
              </a:lnSpc>
              <a:spcBef>
                <a:spcPts val="0"/>
              </a:spcBef>
              <a:spcAft>
                <a:spcPts val="0"/>
              </a:spcAft>
              <a:buSzPts val="1100"/>
              <a:buChar char="●"/>
            </a:pPr>
            <a:r>
              <a:rPr lang="en" sz="1100"/>
              <a:t>Reasoning</a:t>
            </a:r>
            <a:endParaRPr sz="1100"/>
          </a:p>
          <a:p>
            <a:pPr indent="-298450" lvl="0" marL="457200" rtl="0" algn="l">
              <a:lnSpc>
                <a:spcPct val="115000"/>
              </a:lnSpc>
              <a:spcBef>
                <a:spcPts val="0"/>
              </a:spcBef>
              <a:spcAft>
                <a:spcPts val="0"/>
              </a:spcAft>
              <a:buSzPts val="1100"/>
              <a:buChar char="●"/>
            </a:pPr>
            <a:r>
              <a:rPr lang="en" sz="1100"/>
              <a:t>Help agent</a:t>
            </a:r>
            <a:endParaRPr sz="1100"/>
          </a:p>
          <a:p>
            <a:pPr indent="-298450" lvl="0" marL="457200" rtl="0" algn="l">
              <a:lnSpc>
                <a:spcPct val="115000"/>
              </a:lnSpc>
              <a:spcBef>
                <a:spcPts val="0"/>
              </a:spcBef>
              <a:spcAft>
                <a:spcPts val="0"/>
              </a:spcAft>
              <a:buSzPts val="1100"/>
              <a:buChar char="●"/>
            </a:pPr>
            <a:r>
              <a:rPr lang="en" sz="1100"/>
              <a:t>Clearing cache trick</a:t>
            </a:r>
            <a:endParaRPr/>
          </a:p>
          <a:p>
            <a:pPr indent="0" lvl="0" marL="0" rtl="0" algn="l">
              <a:lnSpc>
                <a:spcPct val="100000"/>
              </a:lnSpc>
              <a:spcBef>
                <a:spcPts val="0"/>
              </a:spcBef>
              <a:spcAft>
                <a:spcPts val="0"/>
              </a:spcAft>
              <a:buSzPts val="17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sp>
        <p:nvSpPr>
          <p:cNvPr id="323" name="Google Shape;323;p66"/>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How units work</a:t>
            </a:r>
            <a:endParaRPr sz="2600"/>
          </a:p>
          <a:p>
            <a:pPr indent="0" lvl="0" marL="0" rtl="0" algn="l">
              <a:lnSpc>
                <a:spcPct val="80000"/>
              </a:lnSpc>
              <a:spcBef>
                <a:spcPts val="0"/>
              </a:spcBef>
              <a:spcAft>
                <a:spcPts val="0"/>
              </a:spcAft>
              <a:buSzPts val="2000"/>
              <a:buNone/>
            </a:pPr>
            <a:r>
              <a:t/>
            </a:r>
            <a:endParaRPr sz="2600"/>
          </a:p>
        </p:txBody>
      </p:sp>
      <p:sp>
        <p:nvSpPr>
          <p:cNvPr id="324" name="Google Shape;324;p66"/>
          <p:cNvSpPr txBox="1"/>
          <p:nvPr>
            <p:ph idx="1" type="body"/>
          </p:nvPr>
        </p:nvSpPr>
        <p:spPr>
          <a:xfrm>
            <a:off x="173550" y="849025"/>
            <a:ext cx="8595900" cy="415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Customers purchasing </a:t>
            </a:r>
            <a:r>
              <a:rPr lang="en" sz="1100" u="sng">
                <a:solidFill>
                  <a:srgbClr val="1155CC"/>
                </a:solidFill>
                <a:latin typeface="Arial"/>
                <a:ea typeface="Arial"/>
                <a:cs typeface="Arial"/>
                <a:sym typeface="Arial"/>
                <a:hlinkClick r:id="rId3">
                  <a:extLst>
                    <a:ext uri="{A12FA001-AC4F-418D-AE19-62706E023703}">
                      <ahyp:hlinkClr val="tx"/>
                    </a:ext>
                  </a:extLst>
                </a:hlinkClick>
              </a:rPr>
              <a:t>PC01-0022 TAI Agents</a:t>
            </a:r>
            <a:r>
              <a:rPr lang="en" sz="1100">
                <a:solidFill>
                  <a:srgbClr val="000000"/>
                </a:solidFill>
                <a:latin typeface="Arial"/>
                <a:ea typeface="Arial"/>
                <a:cs typeface="Arial"/>
                <a:sym typeface="Arial"/>
              </a:rPr>
              <a:t> at zero cost will get access to the TAI interface.</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Customers will need to also purchase </a:t>
            </a:r>
            <a:r>
              <a:rPr lang="en" sz="1100" u="sng">
                <a:solidFill>
                  <a:srgbClr val="1155CC"/>
                </a:solidFill>
                <a:latin typeface="Arial"/>
                <a:ea typeface="Arial"/>
                <a:cs typeface="Arial"/>
                <a:sym typeface="Arial"/>
                <a:hlinkClick r:id="rId4">
                  <a:extLst>
                    <a:ext uri="{A12FA001-AC4F-418D-AE19-62706E023703}">
                      <ahyp:hlinkClr val="tx"/>
                    </a:ext>
                  </a:extLst>
                </a:hlinkClick>
              </a:rPr>
              <a:t>PC01-0021 Kyriba Units - 500</a:t>
            </a:r>
            <a:r>
              <a:rPr lang="en" sz="1100">
                <a:solidFill>
                  <a:srgbClr val="000000"/>
                </a:solidFill>
                <a:latin typeface="Arial"/>
                <a:ea typeface="Arial"/>
                <a:cs typeface="Arial"/>
                <a:sym typeface="Arial"/>
              </a:rPr>
              <a:t> to have ‘Kyriba units’ to use in TAI.</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If a customer runs out of Kyriba units, then they need to purchase more units, or wait until the next month for the unit usage counter to reset.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500 units is </a:t>
            </a:r>
            <a:r>
              <a:rPr b="1" lang="en" sz="1100" u="sng">
                <a:solidFill>
                  <a:srgbClr val="000000"/>
                </a:solidFill>
                <a:latin typeface="Arial"/>
                <a:ea typeface="Arial"/>
                <a:cs typeface="Arial"/>
                <a:sym typeface="Arial"/>
              </a:rPr>
              <a:t>roughly</a:t>
            </a:r>
            <a:r>
              <a:rPr b="1"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rPr>
              <a:t>equivalent to 100 queries a month, which is </a:t>
            </a:r>
            <a:r>
              <a:rPr b="1" lang="en" sz="1100" u="sng">
                <a:solidFill>
                  <a:srgbClr val="000000"/>
                </a:solidFill>
                <a:latin typeface="Arial"/>
                <a:ea typeface="Arial"/>
                <a:cs typeface="Arial"/>
                <a:sym typeface="Arial"/>
              </a:rPr>
              <a:t>roughly</a:t>
            </a:r>
            <a:r>
              <a:rPr lang="en" sz="1100">
                <a:solidFill>
                  <a:srgbClr val="000000"/>
                </a:solidFill>
                <a:latin typeface="Arial"/>
                <a:ea typeface="Arial"/>
                <a:cs typeface="Arial"/>
                <a:sym typeface="Arial"/>
              </a:rPr>
              <a:t> expected to be the average usage of 1x user.</a:t>
            </a:r>
            <a:endParaRPr sz="1100">
              <a:solidFill>
                <a:srgbClr val="000000"/>
              </a:solidFill>
              <a:latin typeface="Arial"/>
              <a:ea typeface="Arial"/>
              <a:cs typeface="Arial"/>
              <a:sym typeface="Arial"/>
            </a:endParaRPr>
          </a:p>
          <a:p>
            <a:pPr indent="-292100" lvl="1" marL="914400" rtl="0" algn="l">
              <a:spcBef>
                <a:spcPts val="0"/>
              </a:spcBef>
              <a:spcAft>
                <a:spcPts val="0"/>
              </a:spcAft>
              <a:buClr>
                <a:srgbClr val="000000"/>
              </a:buClr>
              <a:buSzPts val="1000"/>
              <a:buFont typeface="Arial"/>
              <a:buChar char="○"/>
            </a:pPr>
            <a:r>
              <a:rPr b="1" lang="en" sz="1000" u="sng">
                <a:solidFill>
                  <a:srgbClr val="000000"/>
                </a:solidFill>
                <a:latin typeface="Arial"/>
                <a:ea typeface="Arial"/>
                <a:cs typeface="Arial"/>
                <a:sym typeface="Arial"/>
              </a:rPr>
              <a:t>Cost per query varies as different </a:t>
            </a:r>
            <a:r>
              <a:rPr b="1" lang="en" sz="1000" u="sng">
                <a:solidFill>
                  <a:srgbClr val="000000"/>
                </a:solidFill>
                <a:latin typeface="Arial"/>
                <a:ea typeface="Arial"/>
                <a:cs typeface="Arial"/>
                <a:sym typeface="Arial"/>
              </a:rPr>
              <a:t>questions/answers will result in more/fewer reasoning steps on more/less data as well as resulting in longer/shorter answers</a:t>
            </a:r>
            <a:endParaRPr sz="10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number of units a customer can have access to is the quantity of PC01-0021 x 500 and displayed as below</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units are pooled across all of the customer’s users and reset on the 1st of every month.</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unit tracker can take 20 mins to 1 hour to update.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 the near future, Kyriba Units may be used for other Kyriba services.</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None/>
            </a:pPr>
            <a:r>
              <a:t/>
            </a:r>
            <a:endParaRPr/>
          </a:p>
        </p:txBody>
      </p:sp>
      <p:sp>
        <p:nvSpPr>
          <p:cNvPr id="325" name="Google Shape;325;p66"/>
          <p:cNvSpPr txBox="1"/>
          <p:nvPr>
            <p:ph idx="1" type="body"/>
          </p:nvPr>
        </p:nvSpPr>
        <p:spPr>
          <a:xfrm>
            <a:off x="173550" y="3149175"/>
            <a:ext cx="4618800" cy="1769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 of TAI by </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CONSULTANT01 &amp; CONSULTANT02 </a:t>
            </a:r>
            <a:r>
              <a:rPr b="1" lang="en" sz="1100" u="sng">
                <a:solidFill>
                  <a:srgbClr val="000000"/>
                </a:solidFill>
                <a:latin typeface="Arial"/>
                <a:ea typeface="Arial"/>
                <a:cs typeface="Arial"/>
                <a:sym typeface="Arial"/>
              </a:rPr>
              <a:t>will decrease</a:t>
            </a:r>
            <a:r>
              <a:rPr lang="en" sz="1100">
                <a:solidFill>
                  <a:srgbClr val="000000"/>
                </a:solidFill>
                <a:latin typeface="Arial"/>
                <a:ea typeface="Arial"/>
                <a:cs typeface="Arial"/>
                <a:sym typeface="Arial"/>
              </a:rPr>
              <a:t> the number of Kyriba units available to the customer.</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SUPPORT01 &amp; SUPPORT02 &amp; HOTLINE is </a:t>
            </a:r>
            <a:r>
              <a:rPr b="1" lang="en" sz="1100" u="sng">
                <a:solidFill>
                  <a:srgbClr val="000000"/>
                </a:solidFill>
                <a:latin typeface="Arial"/>
                <a:ea typeface="Arial"/>
                <a:cs typeface="Arial"/>
                <a:sym typeface="Arial"/>
              </a:rPr>
              <a:t>monitored</a:t>
            </a:r>
            <a:r>
              <a:rPr lang="en" sz="1100">
                <a:solidFill>
                  <a:srgbClr val="000000"/>
                </a:solidFill>
                <a:latin typeface="Arial"/>
                <a:ea typeface="Arial"/>
                <a:cs typeface="Arial"/>
                <a:sym typeface="Arial"/>
              </a:rPr>
              <a:t> but does </a:t>
            </a:r>
            <a:r>
              <a:rPr b="1" lang="en" sz="1100" u="sng">
                <a:solidFill>
                  <a:srgbClr val="000000"/>
                </a:solidFill>
                <a:latin typeface="Arial"/>
                <a:ea typeface="Arial"/>
                <a:cs typeface="Arial"/>
                <a:sym typeface="Arial"/>
              </a:rPr>
              <a:t>not decrease</a:t>
            </a:r>
            <a:r>
              <a:rPr lang="en" sz="1100">
                <a:solidFill>
                  <a:srgbClr val="000000"/>
                </a:solidFill>
                <a:latin typeface="Arial"/>
                <a:ea typeface="Arial"/>
                <a:cs typeface="Arial"/>
                <a:sym typeface="Arial"/>
              </a:rPr>
              <a:t> the number of Kyriba units available to the customer.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500 units a month has been added to each production CMP11 environment which is available now.</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None/>
            </a:pPr>
            <a:r>
              <a:t/>
            </a:r>
            <a:endParaRPr/>
          </a:p>
        </p:txBody>
      </p:sp>
      <p:pic>
        <p:nvPicPr>
          <p:cNvPr id="326" name="Google Shape;326;p66"/>
          <p:cNvPicPr preferRelativeResize="0"/>
          <p:nvPr/>
        </p:nvPicPr>
        <p:blipFill>
          <a:blip r:embed="rId5">
            <a:alphaModFix/>
          </a:blip>
          <a:stretch>
            <a:fillRect/>
          </a:stretch>
        </p:blipFill>
        <p:spPr>
          <a:xfrm>
            <a:off x="5159586" y="3075850"/>
            <a:ext cx="3793366" cy="1724750"/>
          </a:xfrm>
          <a:prstGeom prst="rect">
            <a:avLst/>
          </a:prstGeom>
          <a:noFill/>
          <a:ln>
            <a:noFill/>
          </a:ln>
        </p:spPr>
      </p:pic>
      <p:sp>
        <p:nvSpPr>
          <p:cNvPr id="327" name="Google Shape;327;p66"/>
          <p:cNvSpPr/>
          <p:nvPr/>
        </p:nvSpPr>
        <p:spPr>
          <a:xfrm>
            <a:off x="5227750" y="3409100"/>
            <a:ext cx="980400" cy="2337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1" name="Shape 331"/>
        <p:cNvGrpSpPr/>
        <p:nvPr/>
      </p:nvGrpSpPr>
      <p:grpSpPr>
        <a:xfrm>
          <a:off x="0" y="0"/>
          <a:ext cx="0" cy="0"/>
          <a:chOff x="0" y="0"/>
          <a:chExt cx="0" cy="0"/>
        </a:xfrm>
      </p:grpSpPr>
      <p:sp>
        <p:nvSpPr>
          <p:cNvPr id="332" name="Google Shape;332;p67"/>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500"/>
              <a:t>How to Monitor TAI Usage in SFDC (Account)</a:t>
            </a:r>
            <a:endParaRPr sz="2500"/>
          </a:p>
        </p:txBody>
      </p:sp>
      <p:pic>
        <p:nvPicPr>
          <p:cNvPr id="333" name="Google Shape;333;p67" title="image (5).png"/>
          <p:cNvPicPr preferRelativeResize="0"/>
          <p:nvPr/>
        </p:nvPicPr>
        <p:blipFill>
          <a:blip r:embed="rId3">
            <a:alphaModFix/>
          </a:blip>
          <a:stretch>
            <a:fillRect/>
          </a:stretch>
        </p:blipFill>
        <p:spPr>
          <a:xfrm>
            <a:off x="2945898" y="862400"/>
            <a:ext cx="2917746" cy="3620425"/>
          </a:xfrm>
          <a:prstGeom prst="rect">
            <a:avLst/>
          </a:prstGeom>
          <a:noFill/>
          <a:ln>
            <a:noFill/>
          </a:ln>
        </p:spPr>
      </p:pic>
      <p:sp>
        <p:nvSpPr>
          <p:cNvPr id="334" name="Google Shape;334;p67"/>
          <p:cNvSpPr txBox="1"/>
          <p:nvPr/>
        </p:nvSpPr>
        <p:spPr>
          <a:xfrm>
            <a:off x="780675" y="1216474"/>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TAI consumption rate by month</a:t>
            </a:r>
            <a:endParaRPr sz="831">
              <a:solidFill>
                <a:schemeClr val="dk1"/>
              </a:solidFill>
              <a:latin typeface="DM Sans"/>
              <a:ea typeface="DM Sans"/>
              <a:cs typeface="DM Sans"/>
              <a:sym typeface="DM Sans"/>
            </a:endParaRPr>
          </a:p>
        </p:txBody>
      </p:sp>
      <p:cxnSp>
        <p:nvCxnSpPr>
          <p:cNvPr id="335" name="Google Shape;335;p67"/>
          <p:cNvCxnSpPr>
            <a:stCxn id="334" idx="3"/>
          </p:cNvCxnSpPr>
          <p:nvPr/>
        </p:nvCxnSpPr>
        <p:spPr>
          <a:xfrm>
            <a:off x="2559375" y="1351924"/>
            <a:ext cx="1162800" cy="3795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36" name="Google Shape;336;p67"/>
          <p:cNvSpPr txBox="1"/>
          <p:nvPr/>
        </p:nvSpPr>
        <p:spPr>
          <a:xfrm>
            <a:off x="6403409" y="1812703"/>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Total Number of Units Purchased</a:t>
            </a:r>
            <a:endParaRPr sz="831">
              <a:solidFill>
                <a:schemeClr val="dk1"/>
              </a:solidFill>
              <a:latin typeface="DM Sans"/>
              <a:ea typeface="DM Sans"/>
              <a:cs typeface="DM Sans"/>
              <a:sym typeface="DM Sans"/>
            </a:endParaRPr>
          </a:p>
        </p:txBody>
      </p:sp>
      <p:cxnSp>
        <p:nvCxnSpPr>
          <p:cNvPr id="337" name="Google Shape;337;p67"/>
          <p:cNvCxnSpPr>
            <a:stCxn id="336" idx="1"/>
          </p:cNvCxnSpPr>
          <p:nvPr/>
        </p:nvCxnSpPr>
        <p:spPr>
          <a:xfrm flipH="1">
            <a:off x="4778909" y="1948153"/>
            <a:ext cx="1624500" cy="5691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38" name="Google Shape;338;p67"/>
          <p:cNvSpPr txBox="1"/>
          <p:nvPr/>
        </p:nvSpPr>
        <p:spPr>
          <a:xfrm>
            <a:off x="780675" y="2333604"/>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Total Number of Units Remaining</a:t>
            </a:r>
            <a:endParaRPr sz="831">
              <a:solidFill>
                <a:schemeClr val="dk1"/>
              </a:solidFill>
              <a:latin typeface="DM Sans"/>
              <a:ea typeface="DM Sans"/>
              <a:cs typeface="DM Sans"/>
              <a:sym typeface="DM Sans"/>
            </a:endParaRPr>
          </a:p>
        </p:txBody>
      </p:sp>
      <p:sp>
        <p:nvSpPr>
          <p:cNvPr id="339" name="Google Shape;339;p67"/>
          <p:cNvSpPr txBox="1"/>
          <p:nvPr/>
        </p:nvSpPr>
        <p:spPr>
          <a:xfrm>
            <a:off x="6376877" y="2765705"/>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Days Left in the Month</a:t>
            </a:r>
            <a:endParaRPr sz="831">
              <a:solidFill>
                <a:schemeClr val="dk1"/>
              </a:solidFill>
              <a:latin typeface="DM Sans"/>
              <a:ea typeface="DM Sans"/>
              <a:cs typeface="DM Sans"/>
              <a:sym typeface="DM Sans"/>
            </a:endParaRPr>
          </a:p>
        </p:txBody>
      </p:sp>
      <p:cxnSp>
        <p:nvCxnSpPr>
          <p:cNvPr id="340" name="Google Shape;340;p67"/>
          <p:cNvCxnSpPr>
            <a:stCxn id="339" idx="1"/>
          </p:cNvCxnSpPr>
          <p:nvPr/>
        </p:nvCxnSpPr>
        <p:spPr>
          <a:xfrm flipH="1">
            <a:off x="5076077" y="2901155"/>
            <a:ext cx="1300800" cy="993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41" name="Google Shape;341;p67"/>
          <p:cNvSpPr txBox="1"/>
          <p:nvPr/>
        </p:nvSpPr>
        <p:spPr>
          <a:xfrm>
            <a:off x="6376877" y="2289204"/>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Add-on Units Purchased (Packs)</a:t>
            </a:r>
            <a:endParaRPr sz="831">
              <a:solidFill>
                <a:schemeClr val="dk1"/>
              </a:solidFill>
              <a:latin typeface="DM Sans"/>
              <a:ea typeface="DM Sans"/>
              <a:cs typeface="DM Sans"/>
              <a:sym typeface="DM Sans"/>
            </a:endParaRPr>
          </a:p>
        </p:txBody>
      </p:sp>
      <p:cxnSp>
        <p:nvCxnSpPr>
          <p:cNvPr id="342" name="Google Shape;342;p67"/>
          <p:cNvCxnSpPr>
            <a:stCxn id="341" idx="1"/>
          </p:cNvCxnSpPr>
          <p:nvPr/>
        </p:nvCxnSpPr>
        <p:spPr>
          <a:xfrm flipH="1">
            <a:off x="4943177" y="2424654"/>
            <a:ext cx="1433700" cy="3264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43" name="Google Shape;343;p67"/>
          <p:cNvSpPr txBox="1"/>
          <p:nvPr/>
        </p:nvSpPr>
        <p:spPr>
          <a:xfrm>
            <a:off x="6376877" y="3362949"/>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Days Left for Subscription</a:t>
            </a:r>
            <a:endParaRPr sz="831">
              <a:solidFill>
                <a:schemeClr val="dk1"/>
              </a:solidFill>
              <a:latin typeface="DM Sans"/>
              <a:ea typeface="DM Sans"/>
              <a:cs typeface="DM Sans"/>
              <a:sym typeface="DM Sans"/>
            </a:endParaRPr>
          </a:p>
        </p:txBody>
      </p:sp>
      <p:cxnSp>
        <p:nvCxnSpPr>
          <p:cNvPr id="344" name="Google Shape;344;p67"/>
          <p:cNvCxnSpPr>
            <a:stCxn id="343" idx="1"/>
          </p:cNvCxnSpPr>
          <p:nvPr/>
        </p:nvCxnSpPr>
        <p:spPr>
          <a:xfrm rot="10800000">
            <a:off x="5187377" y="3234099"/>
            <a:ext cx="1189500" cy="2643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45" name="Google Shape;345;p67"/>
          <p:cNvSpPr txBox="1"/>
          <p:nvPr/>
        </p:nvSpPr>
        <p:spPr>
          <a:xfrm>
            <a:off x="6376877" y="3885858"/>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Daily Usage Average</a:t>
            </a:r>
            <a:endParaRPr sz="831">
              <a:solidFill>
                <a:schemeClr val="dk1"/>
              </a:solidFill>
              <a:latin typeface="DM Sans"/>
              <a:ea typeface="DM Sans"/>
              <a:cs typeface="DM Sans"/>
              <a:sym typeface="DM Sans"/>
            </a:endParaRPr>
          </a:p>
        </p:txBody>
      </p:sp>
      <p:cxnSp>
        <p:nvCxnSpPr>
          <p:cNvPr id="346" name="Google Shape;346;p67"/>
          <p:cNvCxnSpPr>
            <a:stCxn id="345" idx="1"/>
          </p:cNvCxnSpPr>
          <p:nvPr/>
        </p:nvCxnSpPr>
        <p:spPr>
          <a:xfrm rot="10800000">
            <a:off x="5065277" y="3505008"/>
            <a:ext cx="1311600" cy="5163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47" name="Google Shape;347;p67"/>
          <p:cNvSpPr txBox="1"/>
          <p:nvPr/>
        </p:nvSpPr>
        <p:spPr>
          <a:xfrm>
            <a:off x="780675" y="3478328"/>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Units Usage In Month So Far</a:t>
            </a:r>
            <a:endParaRPr sz="831">
              <a:solidFill>
                <a:schemeClr val="dk1"/>
              </a:solidFill>
              <a:latin typeface="DM Sans"/>
              <a:ea typeface="DM Sans"/>
              <a:cs typeface="DM Sans"/>
              <a:sym typeface="DM Sans"/>
            </a:endParaRPr>
          </a:p>
        </p:txBody>
      </p:sp>
      <p:cxnSp>
        <p:nvCxnSpPr>
          <p:cNvPr id="348" name="Google Shape;348;p67"/>
          <p:cNvCxnSpPr>
            <a:stCxn id="347" idx="3"/>
          </p:cNvCxnSpPr>
          <p:nvPr/>
        </p:nvCxnSpPr>
        <p:spPr>
          <a:xfrm flipH="1" rot="10800000">
            <a:off x="2559375" y="3488978"/>
            <a:ext cx="520200" cy="1248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49" name="Google Shape;349;p67"/>
          <p:cNvSpPr txBox="1"/>
          <p:nvPr/>
        </p:nvSpPr>
        <p:spPr>
          <a:xfrm>
            <a:off x="780675" y="2911226"/>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Given Unit Consumption, How Many Units Will Be Used</a:t>
            </a:r>
            <a:endParaRPr sz="831">
              <a:solidFill>
                <a:schemeClr val="dk1"/>
              </a:solidFill>
              <a:latin typeface="DM Sans"/>
              <a:ea typeface="DM Sans"/>
              <a:cs typeface="DM Sans"/>
              <a:sym typeface="DM Sans"/>
            </a:endParaRPr>
          </a:p>
        </p:txBody>
      </p:sp>
      <p:cxnSp>
        <p:nvCxnSpPr>
          <p:cNvPr id="350" name="Google Shape;350;p67"/>
          <p:cNvCxnSpPr>
            <a:stCxn id="349" idx="3"/>
          </p:cNvCxnSpPr>
          <p:nvPr/>
        </p:nvCxnSpPr>
        <p:spPr>
          <a:xfrm>
            <a:off x="2559375" y="3046676"/>
            <a:ext cx="472200" cy="2139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51" name="Google Shape;351;p67"/>
          <p:cNvSpPr/>
          <p:nvPr/>
        </p:nvSpPr>
        <p:spPr>
          <a:xfrm>
            <a:off x="891450" y="4544200"/>
            <a:ext cx="7794600" cy="5223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This is in Salesforce for Support/Account management, but long term is likely also be presented to </a:t>
            </a:r>
            <a:r>
              <a:rPr lang="en" sz="1200">
                <a:solidFill>
                  <a:schemeClr val="dk1"/>
                </a:solidFill>
                <a:latin typeface="DM Mono"/>
                <a:ea typeface="DM Mono"/>
                <a:cs typeface="DM Mono"/>
                <a:sym typeface="DM Mono"/>
              </a:rPr>
              <a:t>customers</a:t>
            </a:r>
            <a:r>
              <a:rPr lang="en" sz="1200">
                <a:solidFill>
                  <a:schemeClr val="dk1"/>
                </a:solidFill>
                <a:latin typeface="DM Mono"/>
                <a:ea typeface="DM Mono"/>
                <a:cs typeface="DM Mono"/>
                <a:sym typeface="DM Mono"/>
              </a:rPr>
              <a:t> in Salesforce.</a:t>
            </a:r>
            <a:endParaRPr b="0" i="0" sz="1200" u="none" cap="none" strike="noStrike">
              <a:solidFill>
                <a:schemeClr val="dk1"/>
              </a:solidFill>
              <a:latin typeface="DM Mono"/>
              <a:ea typeface="DM Mono"/>
              <a:cs typeface="DM Mono"/>
              <a:sym typeface="DM Mono"/>
            </a:endParaRPr>
          </a:p>
        </p:txBody>
      </p:sp>
      <p:cxnSp>
        <p:nvCxnSpPr>
          <p:cNvPr id="352" name="Google Shape;352;p67"/>
          <p:cNvCxnSpPr/>
          <p:nvPr/>
        </p:nvCxnSpPr>
        <p:spPr>
          <a:xfrm>
            <a:off x="2559375" y="2424651"/>
            <a:ext cx="519300" cy="105000"/>
          </a:xfrm>
          <a:prstGeom prst="bentConnector3">
            <a:avLst>
              <a:gd fmla="val 50000" name="adj1"/>
            </a:avLst>
          </a:prstGeom>
          <a:noFill/>
          <a:ln cap="flat" cmpd="sng" w="8800">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56" name="Shape 356"/>
        <p:cNvGrpSpPr/>
        <p:nvPr/>
      </p:nvGrpSpPr>
      <p:grpSpPr>
        <a:xfrm>
          <a:off x="0" y="0"/>
          <a:ext cx="0" cy="0"/>
          <a:chOff x="0" y="0"/>
          <a:chExt cx="0" cy="0"/>
        </a:xfrm>
      </p:grpSpPr>
      <p:sp>
        <p:nvSpPr>
          <p:cNvPr id="357" name="Google Shape;357;p68"/>
          <p:cNvSpPr txBox="1"/>
          <p:nvPr>
            <p:ph type="title"/>
          </p:nvPr>
        </p:nvSpPr>
        <p:spPr>
          <a:xfrm>
            <a:off x="228600" y="1751875"/>
            <a:ext cx="72351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How to troubleshoot</a:t>
            </a:r>
            <a:endParaRPr/>
          </a:p>
        </p:txBody>
      </p:sp>
      <p:sp>
        <p:nvSpPr>
          <p:cNvPr id="358" name="Google Shape;358;p68"/>
          <p:cNvSpPr txBox="1"/>
          <p:nvPr/>
        </p:nvSpPr>
        <p:spPr>
          <a:xfrm>
            <a:off x="6014950" y="4078675"/>
            <a:ext cx="28605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DM Sans"/>
                <a:ea typeface="DM Sans"/>
                <a:cs typeface="DM Sans"/>
                <a:sym typeface="DM Sans"/>
              </a:rPr>
              <a:t>João Pedro Almeida</a:t>
            </a:r>
            <a:endParaRPr sz="1300">
              <a:solidFill>
                <a:schemeClr val="dk1"/>
              </a:solidFill>
              <a:latin typeface="DM Sans"/>
              <a:ea typeface="DM Sans"/>
              <a:cs typeface="DM Sans"/>
              <a:sym typeface="DM Sans"/>
            </a:endParaRPr>
          </a:p>
          <a:p>
            <a:pPr indent="0" lvl="0" marL="0" rtl="0" algn="ctr">
              <a:spcBef>
                <a:spcPts val="0"/>
              </a:spcBef>
              <a:spcAft>
                <a:spcPts val="0"/>
              </a:spcAft>
              <a:buNone/>
            </a:pPr>
            <a:r>
              <a:rPr lang="en" sz="1300">
                <a:solidFill>
                  <a:schemeClr val="dk1"/>
                </a:solidFill>
                <a:latin typeface="DM Sans"/>
                <a:ea typeface="DM Sans"/>
                <a:cs typeface="DM Sans"/>
                <a:sym typeface="DM Sans"/>
              </a:rPr>
              <a:t>Manager, Northern Europe and Germany - Client Support EMEA</a:t>
            </a:r>
            <a:endParaRPr/>
          </a:p>
        </p:txBody>
      </p:sp>
      <p:pic>
        <p:nvPicPr>
          <p:cNvPr id="359" name="Google Shape;359;p68"/>
          <p:cNvPicPr preferRelativeResize="0"/>
          <p:nvPr/>
        </p:nvPicPr>
        <p:blipFill>
          <a:blip r:embed="rId3">
            <a:alphaModFix/>
          </a:blip>
          <a:stretch>
            <a:fillRect/>
          </a:stretch>
        </p:blipFill>
        <p:spPr>
          <a:xfrm>
            <a:off x="6874912" y="2996625"/>
            <a:ext cx="1140574" cy="11405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69"/>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Key people</a:t>
            </a:r>
            <a:endParaRPr sz="2600"/>
          </a:p>
          <a:p>
            <a:pPr indent="0" lvl="0" marL="0" rtl="0" algn="l">
              <a:lnSpc>
                <a:spcPct val="80000"/>
              </a:lnSpc>
              <a:spcBef>
                <a:spcPts val="0"/>
              </a:spcBef>
              <a:spcAft>
                <a:spcPts val="0"/>
              </a:spcAft>
              <a:buSzPts val="2000"/>
              <a:buNone/>
            </a:pPr>
            <a:r>
              <a:t/>
            </a:r>
            <a:endParaRPr sz="2600"/>
          </a:p>
        </p:txBody>
      </p:sp>
      <p:sp>
        <p:nvSpPr>
          <p:cNvPr id="365" name="Google Shape;365;p69"/>
          <p:cNvSpPr txBox="1"/>
          <p:nvPr>
            <p:ph idx="1" type="body"/>
          </p:nvPr>
        </p:nvSpPr>
        <p:spPr>
          <a:xfrm>
            <a:off x="173550" y="839550"/>
            <a:ext cx="8970600" cy="38355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lang="en" u="sng"/>
              <a:t>Support:</a:t>
            </a:r>
            <a:r>
              <a:rPr lang="en"/>
              <a:t> TAI subject matter experts:</a:t>
            </a:r>
            <a:endParaRPr/>
          </a:p>
          <a:p>
            <a:pPr indent="0" lvl="0" marL="0" marR="0" rtl="0" algn="l">
              <a:lnSpc>
                <a:spcPct val="150000"/>
              </a:lnSpc>
              <a:spcBef>
                <a:spcPts val="1200"/>
              </a:spcBef>
              <a:spcAft>
                <a:spcPts val="0"/>
              </a:spcAft>
              <a:buNone/>
            </a:pPr>
            <a:r>
              <a:t/>
            </a:r>
            <a:endParaRPr/>
          </a:p>
          <a:p>
            <a:pPr indent="0" lvl="0" marL="0" marR="0" rtl="0" algn="l">
              <a:lnSpc>
                <a:spcPct val="150000"/>
              </a:lnSpc>
              <a:spcBef>
                <a:spcPts val="1200"/>
              </a:spcBef>
              <a:spcAft>
                <a:spcPts val="0"/>
              </a:spcAft>
              <a:buNone/>
            </a:pPr>
            <a:r>
              <a:t/>
            </a:r>
            <a:endParaRPr/>
          </a:p>
          <a:p>
            <a:pPr indent="0" lvl="0" marL="0" marR="0" rtl="0" algn="l">
              <a:lnSpc>
                <a:spcPct val="100000"/>
              </a:lnSpc>
              <a:spcBef>
                <a:spcPts val="1200"/>
              </a:spcBef>
              <a:spcAft>
                <a:spcPts val="0"/>
              </a:spcAft>
              <a:buNone/>
            </a:pPr>
            <a:r>
              <a:rPr lang="en"/>
              <a:t>		Illia Duverkher-Natiahin				</a:t>
            </a:r>
            <a:r>
              <a:rPr lang="en"/>
              <a:t>Brian Ouellette</a:t>
            </a:r>
            <a:r>
              <a:rPr lang="en"/>
              <a:t>			    Todd Hanni</a:t>
            </a:r>
            <a:endParaRPr/>
          </a:p>
          <a:p>
            <a:pPr indent="0" lvl="0" marL="0" marR="0" rtl="0" algn="l">
              <a:lnSpc>
                <a:spcPct val="100000"/>
              </a:lnSpc>
              <a:spcBef>
                <a:spcPts val="0"/>
              </a:spcBef>
              <a:spcAft>
                <a:spcPts val="0"/>
              </a:spcAft>
              <a:buNone/>
            </a:pPr>
            <a:r>
              <a:rPr lang="en"/>
              <a:t>       EMEA-</a:t>
            </a:r>
            <a:r>
              <a:rPr lang="en"/>
              <a:t>Senior Technical Support Engineer 	NORAM-Support Consultant  	</a:t>
            </a:r>
            <a:r>
              <a:rPr lang="en"/>
              <a:t>  </a:t>
            </a:r>
            <a:r>
              <a:rPr lang="en"/>
              <a:t> Technical Support Engineer</a:t>
            </a:r>
            <a:endParaRPr/>
          </a:p>
          <a:p>
            <a:pPr indent="0" lvl="0" marL="5943600" marR="0" rtl="0" algn="l">
              <a:lnSpc>
                <a:spcPct val="100000"/>
              </a:lnSpc>
              <a:spcBef>
                <a:spcPts val="0"/>
              </a:spcBef>
              <a:spcAft>
                <a:spcPts val="0"/>
              </a:spcAft>
              <a:buNone/>
            </a:pPr>
            <a:r>
              <a:rPr i="1" lang="en" sz="1000"/>
              <a:t>(Technical errors are not expected a</a:t>
            </a:r>
            <a:r>
              <a:rPr i="1" lang="en" sz="1000"/>
              <a:t>nd</a:t>
            </a:r>
            <a:endParaRPr i="1" sz="1000"/>
          </a:p>
          <a:p>
            <a:pPr indent="0" lvl="0" marL="0" marR="0" rtl="0" algn="l">
              <a:lnSpc>
                <a:spcPct val="100000"/>
              </a:lnSpc>
              <a:spcBef>
                <a:spcPts val="0"/>
              </a:spcBef>
              <a:spcAft>
                <a:spcPts val="0"/>
              </a:spcAft>
              <a:buNone/>
            </a:pPr>
            <a:r>
              <a:rPr lang="en" u="sng"/>
              <a:t>Product:</a:t>
            </a:r>
            <a:r>
              <a:rPr lang="en"/>
              <a:t> Likely responding to escalations:							 </a:t>
            </a:r>
            <a:r>
              <a:rPr i="1" lang="en" sz="1000"/>
              <a:t>likely should be resolved by dev team)</a:t>
            </a:r>
            <a:endParaRPr i="1" sz="1000"/>
          </a:p>
          <a:p>
            <a:pPr indent="0" lvl="0" marL="0" marR="0" rtl="0" algn="l">
              <a:lnSpc>
                <a:spcPct val="150000"/>
              </a:lnSpc>
              <a:spcBef>
                <a:spcPts val="1200"/>
              </a:spcBef>
              <a:spcAft>
                <a:spcPts val="0"/>
              </a:spcAft>
              <a:buNone/>
            </a:pPr>
            <a:r>
              <a:t/>
            </a:r>
            <a:endParaRPr/>
          </a:p>
          <a:p>
            <a:pPr indent="0" lvl="0" marL="0" marR="0" rtl="0" algn="l">
              <a:lnSpc>
                <a:spcPct val="150000"/>
              </a:lnSpc>
              <a:spcBef>
                <a:spcPts val="1200"/>
              </a:spcBef>
              <a:spcAft>
                <a:spcPts val="0"/>
              </a:spcAft>
              <a:buNone/>
            </a:pPr>
            <a:r>
              <a:t/>
            </a:r>
            <a:endParaRPr u="sng"/>
          </a:p>
          <a:p>
            <a:pPr indent="0" lvl="0" marL="0" marR="0" rtl="0" algn="l">
              <a:lnSpc>
                <a:spcPct val="150000"/>
              </a:lnSpc>
              <a:spcBef>
                <a:spcPts val="1200"/>
              </a:spcBef>
              <a:spcAft>
                <a:spcPts val="0"/>
              </a:spcAft>
              <a:buNone/>
            </a:pPr>
            <a:r>
              <a:t/>
            </a:r>
            <a:endParaRPr u="sng"/>
          </a:p>
          <a:p>
            <a:pPr indent="457200" lvl="0" marL="457200" marR="0" rtl="0" algn="l">
              <a:lnSpc>
                <a:spcPct val="100000"/>
              </a:lnSpc>
              <a:spcBef>
                <a:spcPts val="1200"/>
              </a:spcBef>
              <a:spcAft>
                <a:spcPts val="0"/>
              </a:spcAft>
              <a:buNone/>
            </a:pPr>
            <a:r>
              <a:rPr lang="en"/>
              <a:t>	   Adam Bridgewater					 Anton Budkevich</a:t>
            </a:r>
            <a:endParaRPr/>
          </a:p>
          <a:p>
            <a:pPr indent="457200" lvl="0" marL="914400" marR="0" rtl="0" algn="l">
              <a:lnSpc>
                <a:spcPct val="150000"/>
              </a:lnSpc>
              <a:spcBef>
                <a:spcPts val="0"/>
              </a:spcBef>
              <a:spcAft>
                <a:spcPts val="0"/>
              </a:spcAft>
              <a:buNone/>
            </a:pPr>
            <a:r>
              <a:rPr lang="en"/>
              <a:t>A.I. Innovation Manager					TAI Product Owner</a:t>
            </a:r>
            <a:endParaRPr/>
          </a:p>
          <a:p>
            <a:pPr indent="0" lvl="0" marL="457200" marR="0" rtl="0" algn="l">
              <a:lnSpc>
                <a:spcPct val="150000"/>
              </a:lnSpc>
              <a:spcBef>
                <a:spcPts val="1200"/>
              </a:spcBef>
              <a:spcAft>
                <a:spcPts val="0"/>
              </a:spcAft>
              <a:buNone/>
            </a:pPr>
            <a:r>
              <a:t/>
            </a:r>
            <a:endParaRPr/>
          </a:p>
          <a:p>
            <a:pPr indent="0" lvl="0" marL="457200" rtl="0" algn="l">
              <a:lnSpc>
                <a:spcPct val="115000"/>
              </a:lnSpc>
              <a:spcBef>
                <a:spcPts val="1200"/>
              </a:spcBef>
              <a:spcAft>
                <a:spcPts val="0"/>
              </a:spcAft>
              <a:buNone/>
            </a:pPr>
            <a:r>
              <a:t/>
            </a:r>
            <a:endParaRPr/>
          </a:p>
        </p:txBody>
      </p:sp>
      <p:sp>
        <p:nvSpPr>
          <p:cNvPr id="366" name="Google Shape;366;p69"/>
          <p:cNvSpPr txBox="1"/>
          <p:nvPr/>
        </p:nvSpPr>
        <p:spPr>
          <a:xfrm>
            <a:off x="2868525" y="4646275"/>
            <a:ext cx="6298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pic>
        <p:nvPicPr>
          <p:cNvPr id="367" name="Google Shape;367;p69"/>
          <p:cNvPicPr preferRelativeResize="0"/>
          <p:nvPr/>
        </p:nvPicPr>
        <p:blipFill>
          <a:blip r:embed="rId3">
            <a:alphaModFix/>
          </a:blip>
          <a:stretch>
            <a:fillRect/>
          </a:stretch>
        </p:blipFill>
        <p:spPr>
          <a:xfrm>
            <a:off x="2058226" y="3285200"/>
            <a:ext cx="962337" cy="1074926"/>
          </a:xfrm>
          <a:prstGeom prst="rect">
            <a:avLst/>
          </a:prstGeom>
          <a:noFill/>
          <a:ln>
            <a:noFill/>
          </a:ln>
        </p:spPr>
      </p:pic>
      <p:pic>
        <p:nvPicPr>
          <p:cNvPr id="368" name="Google Shape;368;p69"/>
          <p:cNvPicPr preferRelativeResize="0"/>
          <p:nvPr/>
        </p:nvPicPr>
        <p:blipFill>
          <a:blip r:embed="rId4">
            <a:alphaModFix/>
          </a:blip>
          <a:stretch>
            <a:fillRect/>
          </a:stretch>
        </p:blipFill>
        <p:spPr>
          <a:xfrm>
            <a:off x="5432749" y="3285200"/>
            <a:ext cx="1074900" cy="1074931"/>
          </a:xfrm>
          <a:prstGeom prst="rect">
            <a:avLst/>
          </a:prstGeom>
          <a:noFill/>
          <a:ln>
            <a:noFill/>
          </a:ln>
        </p:spPr>
      </p:pic>
      <p:pic>
        <p:nvPicPr>
          <p:cNvPr id="369" name="Google Shape;369;p69"/>
          <p:cNvPicPr preferRelativeResize="0"/>
          <p:nvPr/>
        </p:nvPicPr>
        <p:blipFill>
          <a:blip r:embed="rId5">
            <a:alphaModFix/>
          </a:blip>
          <a:stretch>
            <a:fillRect/>
          </a:stretch>
        </p:blipFill>
        <p:spPr>
          <a:xfrm>
            <a:off x="1478688" y="1195500"/>
            <a:ext cx="1074925" cy="1074925"/>
          </a:xfrm>
          <a:prstGeom prst="rect">
            <a:avLst/>
          </a:prstGeom>
          <a:noFill/>
          <a:ln>
            <a:noFill/>
          </a:ln>
        </p:spPr>
      </p:pic>
      <p:pic>
        <p:nvPicPr>
          <p:cNvPr id="370" name="Google Shape;370;p69"/>
          <p:cNvPicPr preferRelativeResize="0"/>
          <p:nvPr/>
        </p:nvPicPr>
        <p:blipFill>
          <a:blip r:embed="rId6">
            <a:alphaModFix/>
          </a:blip>
          <a:stretch>
            <a:fillRect/>
          </a:stretch>
        </p:blipFill>
        <p:spPr>
          <a:xfrm>
            <a:off x="6757225" y="1127525"/>
            <a:ext cx="1142900" cy="1142900"/>
          </a:xfrm>
          <a:prstGeom prst="rect">
            <a:avLst/>
          </a:prstGeom>
          <a:noFill/>
          <a:ln>
            <a:noFill/>
          </a:ln>
        </p:spPr>
      </p:pic>
      <p:pic>
        <p:nvPicPr>
          <p:cNvPr id="371" name="Google Shape;371;p69"/>
          <p:cNvPicPr preferRelativeResize="0"/>
          <p:nvPr/>
        </p:nvPicPr>
        <p:blipFill>
          <a:blip r:embed="rId7">
            <a:alphaModFix/>
          </a:blip>
          <a:stretch>
            <a:fillRect/>
          </a:stretch>
        </p:blipFill>
        <p:spPr>
          <a:xfrm>
            <a:off x="4343499" y="1127526"/>
            <a:ext cx="1142901" cy="11429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70"/>
          <p:cNvSpPr txBox="1"/>
          <p:nvPr>
            <p:ph type="title"/>
          </p:nvPr>
        </p:nvSpPr>
        <p:spPr>
          <a:xfrm>
            <a:off x="383750" y="222350"/>
            <a:ext cx="869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What errors should Support expect?</a:t>
            </a:r>
            <a:endParaRPr sz="2600"/>
          </a:p>
        </p:txBody>
      </p:sp>
      <p:pic>
        <p:nvPicPr>
          <p:cNvPr id="377" name="Google Shape;377;p70"/>
          <p:cNvPicPr preferRelativeResize="0"/>
          <p:nvPr/>
        </p:nvPicPr>
        <p:blipFill>
          <a:blip r:embed="rId3">
            <a:alphaModFix/>
          </a:blip>
          <a:stretch>
            <a:fillRect/>
          </a:stretch>
        </p:blipFill>
        <p:spPr>
          <a:xfrm>
            <a:off x="1087100" y="1772725"/>
            <a:ext cx="3179150" cy="3293124"/>
          </a:xfrm>
          <a:prstGeom prst="rect">
            <a:avLst/>
          </a:prstGeom>
          <a:noFill/>
          <a:ln cap="flat" cmpd="sng" w="28575">
            <a:solidFill>
              <a:schemeClr val="accent2"/>
            </a:solidFill>
            <a:prstDash val="solid"/>
            <a:round/>
            <a:headEnd len="sm" w="sm" type="none"/>
            <a:tailEnd len="sm" w="sm" type="none"/>
          </a:ln>
        </p:spPr>
      </p:pic>
      <p:pic>
        <p:nvPicPr>
          <p:cNvPr id="378" name="Google Shape;378;p70"/>
          <p:cNvPicPr preferRelativeResize="0"/>
          <p:nvPr/>
        </p:nvPicPr>
        <p:blipFill>
          <a:blip r:embed="rId4">
            <a:alphaModFix/>
          </a:blip>
          <a:stretch>
            <a:fillRect/>
          </a:stretch>
        </p:blipFill>
        <p:spPr>
          <a:xfrm>
            <a:off x="4605767" y="3305200"/>
            <a:ext cx="3791158" cy="1760650"/>
          </a:xfrm>
          <a:prstGeom prst="rect">
            <a:avLst/>
          </a:prstGeom>
          <a:noFill/>
          <a:ln cap="flat" cmpd="sng" w="28575">
            <a:solidFill>
              <a:schemeClr val="accent2"/>
            </a:solidFill>
            <a:prstDash val="solid"/>
            <a:round/>
            <a:headEnd len="sm" w="sm" type="none"/>
            <a:tailEnd len="sm" w="sm" type="none"/>
          </a:ln>
        </p:spPr>
      </p:pic>
      <p:pic>
        <p:nvPicPr>
          <p:cNvPr id="379" name="Google Shape;379;p70"/>
          <p:cNvPicPr preferRelativeResize="0"/>
          <p:nvPr/>
        </p:nvPicPr>
        <p:blipFill rotWithShape="1">
          <a:blip r:embed="rId5">
            <a:alphaModFix/>
          </a:blip>
          <a:srcRect b="0" l="19100" r="0" t="12204"/>
          <a:stretch/>
        </p:blipFill>
        <p:spPr>
          <a:xfrm>
            <a:off x="4774912" y="2155337"/>
            <a:ext cx="3064025" cy="832825"/>
          </a:xfrm>
          <a:prstGeom prst="rect">
            <a:avLst/>
          </a:prstGeom>
          <a:noFill/>
          <a:ln cap="flat" cmpd="sng" w="28575">
            <a:solidFill>
              <a:schemeClr val="accent1"/>
            </a:solidFill>
            <a:prstDash val="solid"/>
            <a:round/>
            <a:headEnd len="sm" w="sm" type="none"/>
            <a:tailEnd len="sm" w="sm" type="none"/>
          </a:ln>
        </p:spPr>
      </p:pic>
      <p:sp>
        <p:nvSpPr>
          <p:cNvPr id="380" name="Google Shape;380;p70"/>
          <p:cNvSpPr txBox="1"/>
          <p:nvPr>
            <p:ph idx="1" type="body"/>
          </p:nvPr>
        </p:nvSpPr>
        <p:spPr>
          <a:xfrm>
            <a:off x="173550" y="795050"/>
            <a:ext cx="8638800" cy="12489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t>Values are not what I expect?</a:t>
            </a:r>
            <a:endParaRPr/>
          </a:p>
          <a:p>
            <a:pPr indent="-285750" lvl="1" marL="914400" marR="0" rtl="0" algn="l">
              <a:lnSpc>
                <a:spcPct val="100000"/>
              </a:lnSpc>
              <a:spcBef>
                <a:spcPts val="0"/>
              </a:spcBef>
              <a:spcAft>
                <a:spcPts val="0"/>
              </a:spcAft>
              <a:buSzPts val="900"/>
              <a:buChar char="○"/>
            </a:pPr>
            <a:r>
              <a:rPr lang="en"/>
              <a:t>Answer: Ask TAI to compare against a report (see example) or to look through the reasoning steps containing the data retrieved from the API or report  to understand. Try and replicate and problem solve using your expertise with Kyriba.</a:t>
            </a:r>
            <a:endParaRPr/>
          </a:p>
          <a:p>
            <a:pPr indent="-285750" lvl="1" marL="914400" rtl="0" algn="l">
              <a:lnSpc>
                <a:spcPct val="100000"/>
              </a:lnSpc>
              <a:spcBef>
                <a:spcPts val="0"/>
              </a:spcBef>
              <a:spcAft>
                <a:spcPts val="0"/>
              </a:spcAft>
              <a:buSzPts val="900"/>
              <a:buChar char="○"/>
            </a:pPr>
            <a:r>
              <a:rPr lang="en"/>
              <a:t>AI can hallucinate: use “A Practical Guide for Treasury and Finance: How AI Agents Work” - expected to be published on the 15th November</a:t>
            </a:r>
            <a:endParaRPr/>
          </a:p>
          <a:p>
            <a:pPr indent="0" lvl="0" marL="0" rtl="0" algn="l">
              <a:lnSpc>
                <a:spcPct val="115000"/>
              </a:lnSpc>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4" name="Shape 384"/>
        <p:cNvGrpSpPr/>
        <p:nvPr/>
      </p:nvGrpSpPr>
      <p:grpSpPr>
        <a:xfrm>
          <a:off x="0" y="0"/>
          <a:ext cx="0" cy="0"/>
          <a:chOff x="0" y="0"/>
          <a:chExt cx="0" cy="0"/>
        </a:xfrm>
      </p:grpSpPr>
      <p:sp>
        <p:nvSpPr>
          <p:cNvPr id="385" name="Google Shape;385;p71"/>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What errors should Support expect?</a:t>
            </a:r>
            <a:endParaRPr sz="2600"/>
          </a:p>
          <a:p>
            <a:pPr indent="0" lvl="0" marL="0" rtl="0" algn="l">
              <a:lnSpc>
                <a:spcPct val="80000"/>
              </a:lnSpc>
              <a:spcBef>
                <a:spcPts val="0"/>
              </a:spcBef>
              <a:spcAft>
                <a:spcPts val="0"/>
              </a:spcAft>
              <a:buSzPts val="2000"/>
              <a:buNone/>
            </a:pPr>
            <a:r>
              <a:t/>
            </a:r>
            <a:endParaRPr sz="2600"/>
          </a:p>
        </p:txBody>
      </p:sp>
      <p:sp>
        <p:nvSpPr>
          <p:cNvPr id="386" name="Google Shape;386;p71"/>
          <p:cNvSpPr txBox="1"/>
          <p:nvPr>
            <p:ph idx="1" type="body"/>
          </p:nvPr>
        </p:nvSpPr>
        <p:spPr>
          <a:xfrm>
            <a:off x="173550" y="1057325"/>
            <a:ext cx="8595900" cy="36177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t>Why can’t TAI do [insert]?</a:t>
            </a:r>
            <a:endParaRPr/>
          </a:p>
          <a:p>
            <a:pPr indent="-292100" lvl="1" marL="914400" marR="0" rtl="0" algn="l">
              <a:lnSpc>
                <a:spcPct val="100000"/>
              </a:lnSpc>
              <a:spcBef>
                <a:spcPts val="0"/>
              </a:spcBef>
              <a:spcAft>
                <a:spcPts val="0"/>
              </a:spcAft>
              <a:buSzPts val="1000"/>
              <a:buChar char="○"/>
            </a:pPr>
            <a:r>
              <a:rPr lang="en" sz="1000"/>
              <a:t>A.I. has its limitation and TAI cannot yet do everything planned in its roadmap. </a:t>
            </a:r>
            <a:endParaRPr sz="1000"/>
          </a:p>
          <a:p>
            <a:pPr indent="-292100" lvl="1" marL="914400" marR="0" rtl="0" algn="l">
              <a:lnSpc>
                <a:spcPct val="100000"/>
              </a:lnSpc>
              <a:spcBef>
                <a:spcPts val="0"/>
              </a:spcBef>
              <a:spcAft>
                <a:spcPts val="0"/>
              </a:spcAft>
              <a:buSzPts val="1000"/>
              <a:buChar char="○"/>
            </a:pPr>
            <a:r>
              <a:rPr lang="en" sz="1000"/>
              <a:t>Use and/or share with the customer the </a:t>
            </a:r>
            <a:r>
              <a:rPr lang="en" sz="1000" u="sng">
                <a:solidFill>
                  <a:srgbClr val="247094"/>
                </a:solidFill>
                <a:hlinkClick r:id="rId3">
                  <a:extLst>
                    <a:ext uri="{A12FA001-AC4F-418D-AE19-62706E023703}">
                      <ahyp:hlinkClr val="tx"/>
                    </a:ext>
                  </a:extLst>
                </a:hlinkClick>
              </a:rPr>
              <a:t>Factsheet: TAI Capabilities</a:t>
            </a:r>
            <a:r>
              <a:rPr lang="en" sz="1000"/>
              <a:t> to help manage expectations.</a:t>
            </a:r>
            <a:endParaRPr sz="1000"/>
          </a:p>
          <a:p>
            <a:pPr indent="-292100" lvl="1" marL="914400" marR="0" rtl="0" algn="l">
              <a:lnSpc>
                <a:spcPct val="100000"/>
              </a:lnSpc>
              <a:spcBef>
                <a:spcPts val="0"/>
              </a:spcBef>
              <a:spcAft>
                <a:spcPts val="0"/>
              </a:spcAft>
              <a:buSzPts val="1000"/>
              <a:buChar char="○"/>
            </a:pPr>
            <a:r>
              <a:rPr lang="en" sz="1000"/>
              <a:t>Escalate any useful feedback.</a:t>
            </a:r>
            <a:endParaRPr sz="1000"/>
          </a:p>
          <a:p>
            <a:pPr indent="-311150" lvl="0" marL="457200" marR="0" rtl="0" algn="l">
              <a:lnSpc>
                <a:spcPct val="150000"/>
              </a:lnSpc>
              <a:spcBef>
                <a:spcPts val="1000"/>
              </a:spcBef>
              <a:spcAft>
                <a:spcPts val="0"/>
              </a:spcAft>
              <a:buSzPts val="1300"/>
              <a:buChar char="●"/>
            </a:pPr>
            <a:r>
              <a:rPr lang="en"/>
              <a:t>I can’t see what my colleague can see?</a:t>
            </a:r>
            <a:endParaRPr/>
          </a:p>
          <a:p>
            <a:pPr indent="-292100" lvl="1" marL="914400" marR="0" rtl="0" algn="l">
              <a:lnSpc>
                <a:spcPct val="150000"/>
              </a:lnSpc>
              <a:spcBef>
                <a:spcPts val="0"/>
              </a:spcBef>
              <a:spcAft>
                <a:spcPts val="0"/>
              </a:spcAft>
              <a:buSzPts val="1000"/>
              <a:buChar char="○"/>
            </a:pPr>
            <a:r>
              <a:rPr lang="en" sz="1000"/>
              <a:t>Access to data is based on the user’s data permissions</a:t>
            </a:r>
            <a:endParaRPr sz="1000"/>
          </a:p>
          <a:p>
            <a:pPr indent="-311150" lvl="0" marL="457200" marR="0" rtl="0" algn="l">
              <a:lnSpc>
                <a:spcPct val="150000"/>
              </a:lnSpc>
              <a:spcBef>
                <a:spcPts val="0"/>
              </a:spcBef>
              <a:spcAft>
                <a:spcPts val="0"/>
              </a:spcAft>
              <a:buSzPts val="1300"/>
              <a:buChar char="●"/>
            </a:pPr>
            <a:r>
              <a:rPr lang="en"/>
              <a:t>How do I turn on TAI?</a:t>
            </a:r>
            <a:endParaRPr/>
          </a:p>
          <a:p>
            <a:pPr indent="-292100" lvl="1" marL="914400" marR="0" rtl="0" algn="l">
              <a:lnSpc>
                <a:spcPct val="150000"/>
              </a:lnSpc>
              <a:spcBef>
                <a:spcPts val="0"/>
              </a:spcBef>
              <a:spcAft>
                <a:spcPts val="0"/>
              </a:spcAft>
              <a:buSzPts val="1000"/>
              <a:buChar char="○"/>
            </a:pPr>
            <a:r>
              <a:rPr lang="en" sz="1000"/>
              <a:t>Go to </a:t>
            </a:r>
            <a:r>
              <a:rPr lang="en" sz="1000" u="sng">
                <a:solidFill>
                  <a:srgbClr val="247094"/>
                </a:solidFill>
                <a:latin typeface="Arial"/>
                <a:ea typeface="Arial"/>
                <a:cs typeface="Arial"/>
                <a:sym typeface="Arial"/>
                <a:hlinkClick r:id="rId4">
                  <a:extLst>
                    <a:ext uri="{A12FA001-AC4F-418D-AE19-62706E023703}">
                      <ahyp:hlinkClr val="tx"/>
                    </a:ext>
                  </a:extLst>
                </a:hlinkClick>
              </a:rPr>
              <a:t>TAI - Agentic AI - Handbook</a:t>
            </a:r>
            <a:r>
              <a:rPr lang="en" sz="1000"/>
              <a:t> for instructions.</a:t>
            </a:r>
            <a:endParaRPr sz="1000"/>
          </a:p>
          <a:p>
            <a:pPr indent="-311150" lvl="0" marL="457200" marR="0" rtl="0" algn="l">
              <a:lnSpc>
                <a:spcPct val="150000"/>
              </a:lnSpc>
              <a:spcBef>
                <a:spcPts val="0"/>
              </a:spcBef>
              <a:spcAft>
                <a:spcPts val="0"/>
              </a:spcAft>
              <a:buSzPts val="1300"/>
              <a:buChar char="●"/>
            </a:pPr>
            <a:r>
              <a:rPr lang="en"/>
              <a:t>Commercial questions redirect to Account Manager</a:t>
            </a:r>
            <a:endParaRPr/>
          </a:p>
          <a:p>
            <a:pPr indent="-311150" lvl="0" marL="457200" marR="0" rtl="0" algn="l">
              <a:lnSpc>
                <a:spcPct val="150000"/>
              </a:lnSpc>
              <a:spcBef>
                <a:spcPts val="0"/>
              </a:spcBef>
              <a:spcAft>
                <a:spcPts val="0"/>
              </a:spcAft>
              <a:buSzPts val="1300"/>
              <a:buChar char="●"/>
            </a:pPr>
            <a:r>
              <a:rPr lang="en"/>
              <a:t>The following error can have a number of causes. Error reporting will be improved over time.</a:t>
            </a:r>
            <a:endParaRPr/>
          </a:p>
          <a:p>
            <a:pPr indent="-292100" lvl="1" marL="914400" marR="0" rtl="0" algn="l">
              <a:lnSpc>
                <a:spcPct val="150000"/>
              </a:lnSpc>
              <a:spcBef>
                <a:spcPts val="0"/>
              </a:spcBef>
              <a:spcAft>
                <a:spcPts val="0"/>
              </a:spcAft>
              <a:buSzPts val="1000"/>
              <a:buChar char="○"/>
            </a:pPr>
            <a:r>
              <a:rPr lang="en" sz="1000"/>
              <a:t>Escalate any such issues for Anton to pick up.</a:t>
            </a:r>
            <a:endParaRPr sz="1000"/>
          </a:p>
          <a:p>
            <a:pPr indent="0" lvl="0" marL="457200" rtl="0" algn="l">
              <a:lnSpc>
                <a:spcPct val="115000"/>
              </a:lnSpc>
              <a:spcBef>
                <a:spcPts val="1200"/>
              </a:spcBef>
              <a:spcAft>
                <a:spcPts val="0"/>
              </a:spcAft>
              <a:buNone/>
            </a:pPr>
            <a:r>
              <a:t/>
            </a:r>
            <a:endParaRPr/>
          </a:p>
        </p:txBody>
      </p:sp>
      <p:pic>
        <p:nvPicPr>
          <p:cNvPr id="387" name="Google Shape;387;p71"/>
          <p:cNvPicPr preferRelativeResize="0"/>
          <p:nvPr/>
        </p:nvPicPr>
        <p:blipFill>
          <a:blip r:embed="rId5">
            <a:alphaModFix/>
          </a:blip>
          <a:stretch>
            <a:fillRect/>
          </a:stretch>
        </p:blipFill>
        <p:spPr>
          <a:xfrm>
            <a:off x="4672700" y="3634400"/>
            <a:ext cx="3856350" cy="1420550"/>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1" name="Shape 391"/>
        <p:cNvGrpSpPr/>
        <p:nvPr/>
      </p:nvGrpSpPr>
      <p:grpSpPr>
        <a:xfrm>
          <a:off x="0" y="0"/>
          <a:ext cx="0" cy="0"/>
          <a:chOff x="0" y="0"/>
          <a:chExt cx="0" cy="0"/>
        </a:xfrm>
      </p:grpSpPr>
      <p:sp>
        <p:nvSpPr>
          <p:cNvPr id="392" name="Google Shape;392;p72"/>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What errors should Support expect?</a:t>
            </a:r>
            <a:endParaRPr sz="2600"/>
          </a:p>
          <a:p>
            <a:pPr indent="0" lvl="0" marL="0" rtl="0" algn="l">
              <a:lnSpc>
                <a:spcPct val="80000"/>
              </a:lnSpc>
              <a:spcBef>
                <a:spcPts val="0"/>
              </a:spcBef>
              <a:spcAft>
                <a:spcPts val="0"/>
              </a:spcAft>
              <a:buSzPts val="2000"/>
              <a:buNone/>
            </a:pPr>
            <a:r>
              <a:t/>
            </a:r>
            <a:endParaRPr sz="2600"/>
          </a:p>
        </p:txBody>
      </p:sp>
      <p:sp>
        <p:nvSpPr>
          <p:cNvPr id="393" name="Google Shape;393;p72"/>
          <p:cNvSpPr txBox="1"/>
          <p:nvPr>
            <p:ph idx="1" type="body"/>
          </p:nvPr>
        </p:nvSpPr>
        <p:spPr>
          <a:xfrm>
            <a:off x="173550" y="915600"/>
            <a:ext cx="8827200" cy="37593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highlight>
                  <a:schemeClr val="lt1"/>
                </a:highlight>
              </a:rPr>
              <a:t>Bad Prompt Example: "Are there errors in my forecasts?"</a:t>
            </a:r>
            <a:endParaRPr>
              <a:highlight>
                <a:schemeClr val="lt1"/>
              </a:highlight>
            </a:endParaRPr>
          </a:p>
          <a:p>
            <a:pPr indent="-285750" lvl="1" marL="914400" marR="0" rtl="0" algn="l">
              <a:lnSpc>
                <a:spcPct val="150000"/>
              </a:lnSpc>
              <a:spcBef>
                <a:spcPts val="0"/>
              </a:spcBef>
              <a:spcAft>
                <a:spcPts val="0"/>
              </a:spcAft>
              <a:buSzPts val="900"/>
              <a:buChar char="○"/>
            </a:pPr>
            <a:r>
              <a:rPr lang="en">
                <a:highlight>
                  <a:schemeClr val="lt1"/>
                </a:highlight>
              </a:rPr>
              <a:t>Problems:</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Ambiguous: What is an "error"?</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No Scope: Which forecasts? Which time period? Which subsidiary?</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Unclear Data Source: Where should the data come from?</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Vague Terminology: "Forecasts" could mean different things (cashflows, budgets, etc.)</a:t>
            </a:r>
            <a:endParaRPr>
              <a:highlight>
                <a:schemeClr val="lt1"/>
              </a:highlight>
            </a:endParaRPr>
          </a:p>
          <a:p>
            <a:pPr indent="-311150" lvl="0" marL="457200" marR="0" rtl="0" algn="l">
              <a:lnSpc>
                <a:spcPct val="150000"/>
              </a:lnSpc>
              <a:spcBef>
                <a:spcPts val="1000"/>
              </a:spcBef>
              <a:spcAft>
                <a:spcPts val="0"/>
              </a:spcAft>
              <a:buSzPts val="1300"/>
              <a:buChar char="●"/>
            </a:pPr>
            <a:r>
              <a:rPr lang="en">
                <a:highlight>
                  <a:schemeClr val="lt1"/>
                </a:highlight>
              </a:rPr>
              <a:t>Good Prompt Example:</a:t>
            </a:r>
            <a:endParaRPr>
              <a:highlight>
                <a:schemeClr val="lt1"/>
              </a:highlight>
            </a:endParaRPr>
          </a:p>
          <a:p>
            <a:pPr indent="-285750" lvl="1" marL="914400" marR="0" rtl="0" algn="l">
              <a:lnSpc>
                <a:spcPct val="100000"/>
              </a:lnSpc>
              <a:spcBef>
                <a:spcPts val="0"/>
              </a:spcBef>
              <a:spcAft>
                <a:spcPts val="0"/>
              </a:spcAft>
              <a:buSzPts val="900"/>
              <a:buChar char="○"/>
            </a:pPr>
            <a:r>
              <a:rPr lang="en">
                <a:highlight>
                  <a:schemeClr val="lt1"/>
                </a:highlight>
              </a:rPr>
              <a:t>"For subsidiary ABC Corp, for the last week, identify all cashflows with status 'Confirmed Forecast' that do not have a matching cashflow with status 'Actual' in the same period. Use the 'Cashflow Forecast vs Actuals' r</a:t>
            </a:r>
            <a:r>
              <a:rPr lang="en">
                <a:highlight>
                  <a:schemeClr val="lt1"/>
                </a:highlight>
              </a:rPr>
              <a:t>eport as the primary source</a:t>
            </a:r>
            <a:r>
              <a:rPr lang="en">
                <a:highlight>
                  <a:schemeClr val="lt1"/>
                </a:highlight>
              </a:rPr>
              <a:t>.</a:t>
            </a:r>
            <a:r>
              <a:rPr lang="en">
                <a:highlight>
                  <a:schemeClr val="lt1"/>
                </a:highlight>
              </a:rPr>
              <a:t> List these unmatched forecasts as potential errors."</a:t>
            </a:r>
            <a:endParaRPr>
              <a:highlight>
                <a:schemeClr val="lt1"/>
              </a:highlight>
            </a:endParaRPr>
          </a:p>
          <a:p>
            <a:pPr indent="-285750" lvl="1" marL="914400" marR="0" rtl="0" algn="l">
              <a:lnSpc>
                <a:spcPct val="150000"/>
              </a:lnSpc>
              <a:spcBef>
                <a:spcPts val="1000"/>
              </a:spcBef>
              <a:spcAft>
                <a:spcPts val="0"/>
              </a:spcAft>
              <a:buSzPts val="900"/>
              <a:buChar char="○"/>
            </a:pPr>
            <a:r>
              <a:rPr lang="en">
                <a:highlight>
                  <a:schemeClr val="lt1"/>
                </a:highlight>
              </a:rPr>
              <a:t>Best Practices Applied:</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Clear Scope: Specifies subsidiary and date range.</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Precise Terminology: Defines "forecasts" as cashflows with status 'Confirmed Forecast'.</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Defines "Error": Unmatched to cashflows with status 'Actual'.</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Data Source Stated: Specifies which report to use.</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Actionable Output: Requests a list of unmatched forecasts.</a:t>
            </a:r>
            <a:endParaRPr>
              <a:highlight>
                <a:schemeClr val="lt1"/>
              </a:highlight>
            </a:endParaRPr>
          </a:p>
          <a:p>
            <a:pPr indent="0" lvl="0" marL="0" rtl="0" algn="l">
              <a:lnSpc>
                <a:spcPct val="115000"/>
              </a:lnSpc>
              <a:spcBef>
                <a:spcPts val="1200"/>
              </a:spcBef>
              <a:spcAft>
                <a:spcPts val="0"/>
              </a:spcAft>
              <a:buNone/>
            </a:pPr>
            <a:r>
              <a:rPr lang="en">
                <a:solidFill>
                  <a:schemeClr val="accent2"/>
                </a:solidFill>
              </a:rPr>
              <a:t>A well-designed prompt is specific, unambiguous, and context-rich—leading to accurate, actionable AI answers.</a:t>
            </a:r>
            <a:endParaRPr>
              <a:solidFill>
                <a:schemeClr val="accent2"/>
              </a:solidFill>
            </a:endParaRPr>
          </a:p>
        </p:txBody>
      </p:sp>
      <p:sp>
        <p:nvSpPr>
          <p:cNvPr id="394" name="Google Shape;394;p72"/>
          <p:cNvSpPr/>
          <p:nvPr/>
        </p:nvSpPr>
        <p:spPr>
          <a:xfrm>
            <a:off x="63450" y="4414200"/>
            <a:ext cx="8937300" cy="6690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Note, writing long prompts will get tiresome for customers. Kyriba is working on “pre-prompting” and “agent building” for customers to resolve. </a:t>
            </a:r>
            <a:endParaRPr sz="1200">
              <a:solidFill>
                <a:schemeClr val="dk1"/>
              </a:solidFill>
              <a:latin typeface="DM Mono"/>
              <a:ea typeface="DM Mono"/>
              <a:cs typeface="DM Mono"/>
              <a:sym typeface="DM Mono"/>
            </a:endParaRPr>
          </a:p>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In the interim, advise customers to copy good prompts to a text file so they can be </a:t>
            </a:r>
            <a:r>
              <a:rPr lang="en" sz="1200">
                <a:solidFill>
                  <a:schemeClr val="dk1"/>
                </a:solidFill>
                <a:latin typeface="DM Mono"/>
                <a:ea typeface="DM Mono"/>
                <a:cs typeface="DM Mono"/>
                <a:sym typeface="DM Mono"/>
              </a:rPr>
              <a:t>reused</a:t>
            </a:r>
            <a:r>
              <a:rPr lang="en" sz="1200">
                <a:solidFill>
                  <a:schemeClr val="dk1"/>
                </a:solidFill>
                <a:latin typeface="DM Mono"/>
                <a:ea typeface="DM Mono"/>
                <a:cs typeface="DM Mono"/>
                <a:sym typeface="DM Mono"/>
              </a:rPr>
              <a:t>.</a:t>
            </a:r>
            <a:endParaRPr b="0" i="0" sz="1200" u="none" cap="none" strike="noStrike">
              <a:solidFill>
                <a:schemeClr val="dk1"/>
              </a:solidFill>
              <a:latin typeface="DM Mono"/>
              <a:ea typeface="DM Mono"/>
              <a:cs typeface="DM Mono"/>
              <a:sym typeface="DM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8" name="Shape 398"/>
        <p:cNvGrpSpPr/>
        <p:nvPr/>
      </p:nvGrpSpPr>
      <p:grpSpPr>
        <a:xfrm>
          <a:off x="0" y="0"/>
          <a:ext cx="0" cy="0"/>
          <a:chOff x="0" y="0"/>
          <a:chExt cx="0" cy="0"/>
        </a:xfrm>
      </p:grpSpPr>
      <p:sp>
        <p:nvSpPr>
          <p:cNvPr id="399" name="Google Shape;399;p73"/>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Managing customer expectations</a:t>
            </a:r>
            <a:endParaRPr sz="2600"/>
          </a:p>
          <a:p>
            <a:pPr indent="0" lvl="0" marL="0" rtl="0" algn="l">
              <a:lnSpc>
                <a:spcPct val="80000"/>
              </a:lnSpc>
              <a:spcBef>
                <a:spcPts val="0"/>
              </a:spcBef>
              <a:spcAft>
                <a:spcPts val="0"/>
              </a:spcAft>
              <a:buSzPts val="2000"/>
              <a:buNone/>
            </a:pPr>
            <a:r>
              <a:t/>
            </a:r>
            <a:endParaRPr sz="2600"/>
          </a:p>
        </p:txBody>
      </p:sp>
      <p:sp>
        <p:nvSpPr>
          <p:cNvPr id="400" name="Google Shape;400;p73"/>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There are risks that customers:</a:t>
            </a:r>
            <a:endParaRPr sz="1100"/>
          </a:p>
          <a:p>
            <a:pPr indent="-298450" lvl="0" marL="457200" rtl="0" algn="l">
              <a:spcBef>
                <a:spcPts val="1200"/>
              </a:spcBef>
              <a:spcAft>
                <a:spcPts val="0"/>
              </a:spcAft>
              <a:buSzPts val="1100"/>
              <a:buChar char="●"/>
            </a:pPr>
            <a:r>
              <a:rPr lang="en" sz="1100"/>
              <a:t>Assume</a:t>
            </a:r>
            <a:r>
              <a:rPr lang="en" sz="1100"/>
              <a:t> AI can do anything and everything</a:t>
            </a:r>
            <a:endParaRPr sz="1100"/>
          </a:p>
          <a:p>
            <a:pPr indent="-298450" lvl="0" marL="457200" rtl="0" algn="l">
              <a:spcBef>
                <a:spcPts val="0"/>
              </a:spcBef>
              <a:spcAft>
                <a:spcPts val="0"/>
              </a:spcAft>
              <a:buSzPts val="1100"/>
              <a:buChar char="●"/>
            </a:pPr>
            <a:r>
              <a:rPr lang="en" sz="1100"/>
              <a:t>Not sure where to start </a:t>
            </a:r>
            <a:r>
              <a:rPr lang="en" sz="1100"/>
              <a:t>with</a:t>
            </a:r>
            <a:r>
              <a:rPr lang="en" sz="1100"/>
              <a:t> TAI </a:t>
            </a:r>
            <a:endParaRPr sz="1100"/>
          </a:p>
          <a:p>
            <a:pPr indent="0" lvl="0" marL="0" rtl="0" algn="l">
              <a:spcBef>
                <a:spcPts val="1200"/>
              </a:spcBef>
              <a:spcAft>
                <a:spcPts val="0"/>
              </a:spcAft>
              <a:buNone/>
            </a:pPr>
            <a:r>
              <a:rPr lang="en" sz="1100"/>
              <a:t>This PDF factsheet covers TAI capabilities to </a:t>
            </a:r>
            <a:r>
              <a:rPr lang="en" sz="1100"/>
              <a:t>support</a:t>
            </a:r>
            <a:r>
              <a:rPr lang="en" sz="1100"/>
              <a:t> and help set expectations</a:t>
            </a:r>
            <a:r>
              <a:rPr lang="en" sz="1100"/>
              <a:t>:</a:t>
            </a:r>
            <a:r>
              <a:rPr lang="en"/>
              <a:t> </a:t>
            </a:r>
            <a:r>
              <a:rPr lang="en" sz="1100" u="sng">
                <a:solidFill>
                  <a:srgbClr val="247094"/>
                </a:solidFill>
                <a:hlinkClick r:id="rId3">
                  <a:extLst>
                    <a:ext uri="{A12FA001-AC4F-418D-AE19-62706E023703}">
                      <ahyp:hlinkClr val="tx"/>
                    </a:ext>
                  </a:extLst>
                </a:hlinkClick>
              </a:rPr>
              <a:t>Factsheet TAI Capabilities</a:t>
            </a:r>
            <a:endParaRPr sz="1100">
              <a:solidFill>
                <a:srgbClr val="247094"/>
              </a:solidFill>
            </a:endParaRPr>
          </a:p>
          <a:p>
            <a:pPr indent="0" lvl="0" marL="0" marR="0" rtl="0" algn="l">
              <a:lnSpc>
                <a:spcPct val="115000"/>
              </a:lnSpc>
              <a:spcBef>
                <a:spcPts val="1200"/>
              </a:spcBef>
              <a:spcAft>
                <a:spcPts val="0"/>
              </a:spcAft>
              <a:buNone/>
            </a:pPr>
            <a:r>
              <a:rPr lang="en" sz="1100"/>
              <a:t>The following links are also useful to share:</a:t>
            </a:r>
            <a:endParaRPr sz="1100"/>
          </a:p>
          <a:p>
            <a:pPr indent="-298450" lvl="0" marL="457200" rtl="0" algn="l">
              <a:spcBef>
                <a:spcPts val="1200"/>
              </a:spcBef>
              <a:spcAft>
                <a:spcPts val="0"/>
              </a:spcAft>
              <a:buSzPts val="1100"/>
              <a:buChar char="●"/>
            </a:pPr>
            <a:r>
              <a:rPr lang="en" sz="1100"/>
              <a:t>Kyriba Elevate TAI course: </a:t>
            </a:r>
            <a:r>
              <a:rPr lang="en" sz="1100" u="sng">
                <a:solidFill>
                  <a:srgbClr val="247094"/>
                </a:solidFill>
                <a:hlinkClick r:id="rId4">
                  <a:extLst>
                    <a:ext uri="{A12FA001-AC4F-418D-AE19-62706E023703}">
                      <ahyp:hlinkClr val="tx"/>
                    </a:ext>
                  </a:extLst>
                </a:hlinkClick>
              </a:rPr>
              <a:t>Optimizing TAI</a:t>
            </a:r>
            <a:endParaRPr sz="1100">
              <a:solidFill>
                <a:srgbClr val="3D85C6"/>
              </a:solidFill>
              <a:highlight>
                <a:srgbClr val="FF9900"/>
              </a:highlight>
            </a:endParaRPr>
          </a:p>
          <a:p>
            <a:pPr indent="-298450" lvl="0" marL="457200" marR="0" rtl="0" algn="l">
              <a:lnSpc>
                <a:spcPct val="115000"/>
              </a:lnSpc>
              <a:spcBef>
                <a:spcPts val="0"/>
              </a:spcBef>
              <a:spcAft>
                <a:spcPts val="0"/>
              </a:spcAft>
              <a:buSzPts val="1100"/>
              <a:buChar char="●"/>
            </a:pPr>
            <a:r>
              <a:rPr lang="en" sz="1100"/>
              <a:t>A Practical Guide for Treasury and Finance: How AI Agents Work </a:t>
            </a:r>
            <a:r>
              <a:rPr lang="en" sz="1100">
                <a:highlight>
                  <a:srgbClr val="FF9900"/>
                </a:highlight>
              </a:rPr>
              <a:t>- expected to be published on the 15th November</a:t>
            </a:r>
            <a:endParaRPr sz="1100">
              <a:solidFill>
                <a:srgbClr val="247094"/>
              </a:solidFill>
              <a:highlight>
                <a:srgbClr val="FF9900"/>
              </a:highlight>
            </a:endParaRPr>
          </a:p>
          <a:p>
            <a:pPr indent="0" lvl="0" marL="0" marR="0" rtl="0" algn="l">
              <a:lnSpc>
                <a:spcPct val="115000"/>
              </a:lnSpc>
              <a:spcBef>
                <a:spcPts val="1200"/>
              </a:spcBef>
              <a:spcAft>
                <a:spcPts val="0"/>
              </a:spcAft>
              <a:buNone/>
            </a:pPr>
            <a:r>
              <a:rPr b="1" lang="en" sz="1100"/>
              <a:t>To note:</a:t>
            </a:r>
            <a:endParaRPr b="1" sz="1100"/>
          </a:p>
          <a:p>
            <a:pPr indent="-298450" lvl="0" marL="457200" marR="0" rtl="0" algn="l">
              <a:lnSpc>
                <a:spcPct val="115000"/>
              </a:lnSpc>
              <a:spcBef>
                <a:spcPts val="1200"/>
              </a:spcBef>
              <a:spcAft>
                <a:spcPts val="0"/>
              </a:spcAft>
              <a:buSzPts val="1100"/>
              <a:buChar char="●"/>
            </a:pPr>
            <a:r>
              <a:rPr lang="en" sz="1100"/>
              <a:t>Be aware TAI cannot yet perform actions in Kyriba. This is being worked on.</a:t>
            </a:r>
            <a:endParaRPr sz="1100"/>
          </a:p>
          <a:p>
            <a:pPr indent="-298450" lvl="0" marL="457200" marR="0" rtl="0" algn="l">
              <a:lnSpc>
                <a:spcPct val="115000"/>
              </a:lnSpc>
              <a:spcBef>
                <a:spcPts val="0"/>
              </a:spcBef>
              <a:spcAft>
                <a:spcPts val="0"/>
              </a:spcAft>
              <a:buSzPts val="1100"/>
              <a:buChar char="●"/>
            </a:pPr>
            <a:r>
              <a:rPr lang="en" sz="1100"/>
              <a:t>Over time more APIs and documentation will be added to expand TAI’s capabilities.</a:t>
            </a:r>
            <a:endParaRPr sz="1100"/>
          </a:p>
          <a:p>
            <a:pPr indent="-298450" lvl="0" marL="457200" marR="0" rtl="0" algn="l">
              <a:lnSpc>
                <a:spcPct val="115000"/>
              </a:lnSpc>
              <a:spcBef>
                <a:spcPts val="0"/>
              </a:spcBef>
              <a:spcAft>
                <a:spcPts val="0"/>
              </a:spcAft>
              <a:buSzPts val="1100"/>
              <a:buChar char="●"/>
            </a:pPr>
            <a:r>
              <a:rPr lang="en" sz="1100"/>
              <a:t>At the moment customers have to carefully prompt every question in detail. </a:t>
            </a:r>
            <a:endParaRPr sz="1100"/>
          </a:p>
          <a:p>
            <a:pPr indent="-298450" lvl="1" marL="914400" marR="0" rtl="0" algn="l">
              <a:lnSpc>
                <a:spcPct val="115000"/>
              </a:lnSpc>
              <a:spcBef>
                <a:spcPts val="0"/>
              </a:spcBef>
              <a:spcAft>
                <a:spcPts val="0"/>
              </a:spcAft>
              <a:buSzPts val="1100"/>
              <a:buChar char="○"/>
            </a:pPr>
            <a:r>
              <a:rPr lang="en" sz="1100"/>
              <a:t>It is on the roadmap to build “pre-prompting” and “agent building” which in future will reduce the work.  </a:t>
            </a:r>
            <a:endParaRPr sz="1100"/>
          </a:p>
          <a:p>
            <a:pPr indent="0" lvl="0" marL="457200" rtl="0" algn="l">
              <a:lnSpc>
                <a:spcPct val="115000"/>
              </a:lnSpc>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4" name="Shape 404"/>
        <p:cNvGrpSpPr/>
        <p:nvPr/>
      </p:nvGrpSpPr>
      <p:grpSpPr>
        <a:xfrm>
          <a:off x="0" y="0"/>
          <a:ext cx="0" cy="0"/>
          <a:chOff x="0" y="0"/>
          <a:chExt cx="0" cy="0"/>
        </a:xfrm>
      </p:grpSpPr>
      <p:sp>
        <p:nvSpPr>
          <p:cNvPr id="405" name="Google Shape;405;p74"/>
          <p:cNvSpPr txBox="1"/>
          <p:nvPr>
            <p:ph idx="1" type="body"/>
          </p:nvPr>
        </p:nvSpPr>
        <p:spPr>
          <a:xfrm>
            <a:off x="3099500" y="3837500"/>
            <a:ext cx="5758500" cy="1128600"/>
          </a:xfrm>
          <a:prstGeom prst="rect">
            <a:avLst/>
          </a:prstGeom>
          <a:solidFill>
            <a:schemeClr val="lt1"/>
          </a:solidFill>
          <a:ln>
            <a:noFill/>
          </a:ln>
        </p:spPr>
        <p:txBody>
          <a:bodyPr anchorCtr="0" anchor="t" bIns="91425" lIns="91425" spcFirstLastPara="1" rIns="91425" wrap="square" tIns="91425">
            <a:noAutofit/>
          </a:bodyPr>
          <a:lstStyle/>
          <a:p>
            <a:pPr indent="-298450" lvl="0" marL="914400" rtl="0" algn="l">
              <a:lnSpc>
                <a:spcPct val="150000"/>
              </a:lnSpc>
              <a:spcBef>
                <a:spcPts val="0"/>
              </a:spcBef>
              <a:spcAft>
                <a:spcPts val="0"/>
              </a:spcAft>
              <a:buSzPts val="1100"/>
              <a:buChar char="●"/>
            </a:pPr>
            <a:r>
              <a:rPr lang="en" sz="1100"/>
              <a:t>So that Product can analyse the issue:</a:t>
            </a:r>
            <a:endParaRPr sz="1100"/>
          </a:p>
          <a:p>
            <a:pPr indent="-285750" lvl="1" marL="1371600" rtl="0" algn="l">
              <a:lnSpc>
                <a:spcPct val="100000"/>
              </a:lnSpc>
              <a:spcBef>
                <a:spcPts val="0"/>
              </a:spcBef>
              <a:spcAft>
                <a:spcPts val="0"/>
              </a:spcAft>
              <a:buSzPts val="900"/>
              <a:buChar char="○"/>
            </a:pPr>
            <a:r>
              <a:rPr lang="en"/>
              <a:t>Explanation of why the customer </a:t>
            </a:r>
            <a:r>
              <a:rPr lang="en"/>
              <a:t>thinks there is a problem and what the expected output was.</a:t>
            </a:r>
            <a:endParaRPr/>
          </a:p>
          <a:p>
            <a:pPr indent="-285750" lvl="1" marL="1371600" rtl="0" algn="l">
              <a:lnSpc>
                <a:spcPct val="100000"/>
              </a:lnSpc>
              <a:spcBef>
                <a:spcPts val="0"/>
              </a:spcBef>
              <a:spcAft>
                <a:spcPts val="0"/>
              </a:spcAft>
              <a:buSzPts val="900"/>
              <a:buChar char="○"/>
            </a:pPr>
            <a:r>
              <a:rPr lang="en"/>
              <a:t>Full replication of the problem in CMP11</a:t>
            </a:r>
            <a:endParaRPr/>
          </a:p>
          <a:p>
            <a:pPr indent="-285750" lvl="1" marL="1371600" rtl="0" algn="l">
              <a:lnSpc>
                <a:spcPct val="100000"/>
              </a:lnSpc>
              <a:spcBef>
                <a:spcPts val="0"/>
              </a:spcBef>
              <a:spcAft>
                <a:spcPts val="0"/>
              </a:spcAft>
              <a:buSzPts val="900"/>
              <a:buChar char="○"/>
            </a:pPr>
            <a:r>
              <a:rPr lang="en"/>
              <a:t>Full conversation (including h</a:t>
            </a:r>
            <a:r>
              <a:rPr lang="en"/>
              <a:t>istory)</a:t>
            </a:r>
            <a:endParaRPr/>
          </a:p>
          <a:p>
            <a:pPr indent="-285750" lvl="1" marL="1371600" rtl="0" algn="l">
              <a:lnSpc>
                <a:spcPct val="100000"/>
              </a:lnSpc>
              <a:spcBef>
                <a:spcPts val="0"/>
              </a:spcBef>
              <a:spcAft>
                <a:spcPts val="0"/>
              </a:spcAft>
              <a:buSzPts val="900"/>
              <a:buChar char="○"/>
            </a:pPr>
            <a:r>
              <a:rPr lang="en"/>
              <a:t>Reasoning steps</a:t>
            </a:r>
            <a:endParaRPr sz="1300"/>
          </a:p>
          <a:p>
            <a:pPr indent="0" lvl="0" marL="457200" rtl="0" algn="l">
              <a:lnSpc>
                <a:spcPct val="115000"/>
              </a:lnSpc>
              <a:spcBef>
                <a:spcPts val="1200"/>
              </a:spcBef>
              <a:spcAft>
                <a:spcPts val="0"/>
              </a:spcAft>
              <a:buNone/>
            </a:pPr>
            <a:r>
              <a:t/>
            </a:r>
            <a:endParaRPr/>
          </a:p>
        </p:txBody>
      </p:sp>
      <p:sp>
        <p:nvSpPr>
          <p:cNvPr id="406" name="Google Shape;406;p74"/>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How to get help</a:t>
            </a:r>
            <a:endParaRPr sz="2600"/>
          </a:p>
          <a:p>
            <a:pPr indent="0" lvl="0" marL="0" rtl="0" algn="l">
              <a:lnSpc>
                <a:spcPct val="80000"/>
              </a:lnSpc>
              <a:spcBef>
                <a:spcPts val="0"/>
              </a:spcBef>
              <a:spcAft>
                <a:spcPts val="0"/>
              </a:spcAft>
              <a:buSzPts val="2000"/>
              <a:buNone/>
            </a:pPr>
            <a:r>
              <a:t/>
            </a:r>
            <a:endParaRPr sz="2600"/>
          </a:p>
        </p:txBody>
      </p:sp>
      <p:sp>
        <p:nvSpPr>
          <p:cNvPr id="407" name="Google Shape;407;p74"/>
          <p:cNvSpPr txBox="1"/>
          <p:nvPr>
            <p:ph idx="1" type="body"/>
          </p:nvPr>
        </p:nvSpPr>
        <p:spPr>
          <a:xfrm>
            <a:off x="173550" y="1016400"/>
            <a:ext cx="8595900" cy="3927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lang="en"/>
              <a:t>How to get support and pass on customer feedback</a:t>
            </a:r>
            <a:r>
              <a:rPr lang="en"/>
              <a:t>:</a:t>
            </a:r>
            <a:endParaRPr/>
          </a:p>
          <a:p>
            <a:pPr indent="-311150" lvl="0" marL="914400" marR="0" rtl="0" algn="l">
              <a:lnSpc>
                <a:spcPct val="115000"/>
              </a:lnSpc>
              <a:spcBef>
                <a:spcPts val="0"/>
              </a:spcBef>
              <a:spcAft>
                <a:spcPts val="0"/>
              </a:spcAft>
              <a:buSzPts val="1300"/>
              <a:buChar char="●"/>
            </a:pPr>
            <a:r>
              <a:rPr lang="en"/>
              <a:t>Ad-hoc support: </a:t>
            </a:r>
            <a:endParaRPr/>
          </a:p>
          <a:p>
            <a:pPr indent="-298450" lvl="1" marL="1371600" marR="0" rtl="0" algn="l">
              <a:lnSpc>
                <a:spcPct val="115000"/>
              </a:lnSpc>
              <a:spcBef>
                <a:spcPts val="0"/>
              </a:spcBef>
              <a:spcAft>
                <a:spcPts val="0"/>
              </a:spcAft>
              <a:buSzPts val="1100"/>
              <a:buChar char="○"/>
            </a:pPr>
            <a:r>
              <a:rPr lang="en" sz="1100"/>
              <a:t>Discuss with SMEs and other Support members at </a:t>
            </a:r>
            <a:r>
              <a:rPr lang="en" sz="1100" u="sng">
                <a:solidFill>
                  <a:srgbClr val="247094"/>
                </a:solidFill>
                <a:hlinkClick r:id="rId3">
                  <a:extLst>
                    <a:ext uri="{A12FA001-AC4F-418D-AE19-62706E023703}">
                      <ahyp:hlinkClr val="tx"/>
                    </a:ext>
                  </a:extLst>
                </a:hlinkClick>
              </a:rPr>
              <a:t>#TAI-Support </a:t>
            </a:r>
            <a:endParaRPr sz="1100"/>
          </a:p>
          <a:p>
            <a:pPr indent="-311150" lvl="0" marL="914400" marR="0" rtl="0" algn="l">
              <a:lnSpc>
                <a:spcPct val="115000"/>
              </a:lnSpc>
              <a:spcBef>
                <a:spcPts val="1000"/>
              </a:spcBef>
              <a:spcAft>
                <a:spcPts val="0"/>
              </a:spcAft>
              <a:buSzPts val="1300"/>
              <a:buChar char="●"/>
            </a:pPr>
            <a:r>
              <a:rPr lang="en"/>
              <a:t>Ad-hoc feedback: </a:t>
            </a:r>
            <a:endParaRPr/>
          </a:p>
          <a:p>
            <a:pPr indent="-298450" lvl="1" marL="1371600" marR="0" rtl="0" algn="l">
              <a:lnSpc>
                <a:spcPct val="115000"/>
              </a:lnSpc>
              <a:spcBef>
                <a:spcPts val="0"/>
              </a:spcBef>
              <a:spcAft>
                <a:spcPts val="0"/>
              </a:spcAft>
              <a:buSzPts val="1100"/>
              <a:buChar char="○"/>
            </a:pPr>
            <a:r>
              <a:rPr lang="en" sz="1100"/>
              <a:t>Post on </a:t>
            </a:r>
            <a:r>
              <a:rPr lang="en" sz="1100" u="sng">
                <a:solidFill>
                  <a:srgbClr val="247094"/>
                </a:solidFill>
                <a:latin typeface="Arial"/>
                <a:ea typeface="Arial"/>
                <a:cs typeface="Arial"/>
                <a:sym typeface="Arial"/>
                <a:hlinkClick r:id="rId4">
                  <a:extLst>
                    <a:ext uri="{A12FA001-AC4F-418D-AE19-62706E023703}">
                      <ahyp:hlinkClr val="tx"/>
                    </a:ext>
                  </a:extLst>
                </a:hlinkClick>
              </a:rPr>
              <a:t>#TAI-Feedback</a:t>
            </a:r>
            <a:endParaRPr sz="1100"/>
          </a:p>
          <a:p>
            <a:pPr indent="-311150" lvl="0" marL="914400" rtl="0" algn="l">
              <a:lnSpc>
                <a:spcPct val="115000"/>
              </a:lnSpc>
              <a:spcBef>
                <a:spcPts val="1000"/>
              </a:spcBef>
              <a:spcAft>
                <a:spcPts val="0"/>
              </a:spcAft>
              <a:buSzPts val="1300"/>
              <a:buChar char="●"/>
            </a:pPr>
            <a:r>
              <a:rPr lang="en"/>
              <a:t>If there is an error in the Product:</a:t>
            </a:r>
            <a:endParaRPr/>
          </a:p>
          <a:p>
            <a:pPr indent="-298450" lvl="1" marL="1371600" rtl="0" algn="l">
              <a:lnSpc>
                <a:spcPct val="115000"/>
              </a:lnSpc>
              <a:spcBef>
                <a:spcPts val="0"/>
              </a:spcBef>
              <a:spcAft>
                <a:spcPts val="0"/>
              </a:spcAft>
              <a:buSzPts val="1100"/>
              <a:buChar char="○"/>
            </a:pPr>
            <a:r>
              <a:rPr lang="en" sz="1100"/>
              <a:t>Escalate to Product in Salesforce (creating a JIRA “Production Management: Escalation” ticket).</a:t>
            </a:r>
            <a:endParaRPr sz="1100"/>
          </a:p>
          <a:p>
            <a:pPr indent="-311150" lvl="0" marL="914400" rtl="0" algn="l">
              <a:lnSpc>
                <a:spcPct val="115000"/>
              </a:lnSpc>
              <a:spcBef>
                <a:spcPts val="1000"/>
              </a:spcBef>
              <a:spcAft>
                <a:spcPts val="0"/>
              </a:spcAft>
              <a:buSzPts val="1300"/>
              <a:buChar char="●"/>
            </a:pPr>
            <a:r>
              <a:rPr lang="en"/>
              <a:t>If the customer has a feature request for the Product:</a:t>
            </a:r>
            <a:endParaRPr/>
          </a:p>
          <a:p>
            <a:pPr indent="-298450" lvl="1" marL="1371600" rtl="0" algn="l">
              <a:lnSpc>
                <a:spcPct val="115000"/>
              </a:lnSpc>
              <a:spcBef>
                <a:spcPts val="0"/>
              </a:spcBef>
              <a:spcAft>
                <a:spcPts val="0"/>
              </a:spcAft>
              <a:buSzPts val="1100"/>
              <a:buChar char="○"/>
            </a:pPr>
            <a:r>
              <a:rPr lang="en" sz="1100"/>
              <a:t>Escalate to Product in Salesforce (creating a JIRA “Production Management: Escalation” ticket).</a:t>
            </a:r>
            <a:endParaRPr sz="1100"/>
          </a:p>
          <a:p>
            <a:pPr indent="0" lvl="0" marL="0" marR="0" rtl="0" algn="l">
              <a:lnSpc>
                <a:spcPct val="150000"/>
              </a:lnSpc>
              <a:spcBef>
                <a:spcPts val="1200"/>
              </a:spcBef>
              <a:spcAft>
                <a:spcPts val="0"/>
              </a:spcAft>
              <a:buNone/>
            </a:pPr>
            <a:r>
              <a:rPr lang="en"/>
              <a:t>What information should you include:</a:t>
            </a:r>
            <a:endParaRPr/>
          </a:p>
          <a:p>
            <a:pPr indent="-298450" lvl="0" marL="914400" marR="0" rtl="0" algn="l">
              <a:lnSpc>
                <a:spcPct val="150000"/>
              </a:lnSpc>
              <a:spcBef>
                <a:spcPts val="0"/>
              </a:spcBef>
              <a:spcAft>
                <a:spcPts val="0"/>
              </a:spcAft>
              <a:buSzPts val="1100"/>
              <a:buChar char="●"/>
            </a:pPr>
            <a:r>
              <a:rPr lang="en" sz="1100"/>
              <a:t>So that Product can find the issue:</a:t>
            </a:r>
            <a:endParaRPr sz="1100"/>
          </a:p>
          <a:p>
            <a:pPr indent="-285750" lvl="1" marL="1371600" marR="0" rtl="0" algn="l">
              <a:lnSpc>
                <a:spcPct val="100000"/>
              </a:lnSpc>
              <a:spcBef>
                <a:spcPts val="0"/>
              </a:spcBef>
              <a:spcAft>
                <a:spcPts val="0"/>
              </a:spcAft>
              <a:buSzPts val="900"/>
              <a:buChar char="○"/>
            </a:pPr>
            <a:r>
              <a:rPr lang="en"/>
              <a:t>Platform</a:t>
            </a:r>
            <a:endParaRPr/>
          </a:p>
          <a:p>
            <a:pPr indent="-285750" lvl="1" marL="1371600" marR="0" rtl="0" algn="l">
              <a:lnSpc>
                <a:spcPct val="100000"/>
              </a:lnSpc>
              <a:spcBef>
                <a:spcPts val="0"/>
              </a:spcBef>
              <a:spcAft>
                <a:spcPts val="0"/>
              </a:spcAft>
              <a:buSzPts val="900"/>
              <a:buChar char="○"/>
            </a:pPr>
            <a:r>
              <a:rPr lang="en"/>
              <a:t>Date and time</a:t>
            </a:r>
            <a:endParaRPr/>
          </a:p>
          <a:p>
            <a:pPr indent="-285750" lvl="1" marL="1371600" marR="0" rtl="0" algn="l">
              <a:lnSpc>
                <a:spcPct val="100000"/>
              </a:lnSpc>
              <a:spcBef>
                <a:spcPts val="0"/>
              </a:spcBef>
              <a:spcAft>
                <a:spcPts val="0"/>
              </a:spcAft>
              <a:buSzPts val="900"/>
              <a:buChar char="○"/>
            </a:pPr>
            <a:r>
              <a:rPr lang="en"/>
              <a:t>Request ID (If/when available)</a:t>
            </a:r>
            <a:endParaRPr/>
          </a:p>
          <a:p>
            <a:pPr indent="0" lvl="0" marL="457200" rtl="0" algn="l">
              <a:lnSpc>
                <a:spcPct val="115000"/>
              </a:lnSpc>
              <a:spcBef>
                <a:spcPts val="1200"/>
              </a:spcBef>
              <a:spcAft>
                <a:spcPts val="0"/>
              </a:spcAft>
              <a:buNone/>
            </a:pPr>
            <a:r>
              <a:t/>
            </a:r>
            <a:endParaRPr/>
          </a:p>
        </p:txBody>
      </p:sp>
      <p:sp>
        <p:nvSpPr>
          <p:cNvPr id="408" name="Google Shape;408;p74"/>
          <p:cNvSpPr txBox="1"/>
          <p:nvPr/>
        </p:nvSpPr>
        <p:spPr>
          <a:xfrm>
            <a:off x="2868525" y="4646275"/>
            <a:ext cx="6298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75"/>
          <p:cNvSpPr txBox="1"/>
          <p:nvPr>
            <p:ph type="title"/>
          </p:nvPr>
        </p:nvSpPr>
        <p:spPr>
          <a:xfrm>
            <a:off x="228600" y="187250"/>
            <a:ext cx="7363800" cy="46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TAI logs in Splunk</a:t>
            </a:r>
            <a:endParaRPr b="1" sz="2400"/>
          </a:p>
        </p:txBody>
      </p:sp>
      <p:sp>
        <p:nvSpPr>
          <p:cNvPr id="414" name="Google Shape;414;p75"/>
          <p:cNvSpPr/>
          <p:nvPr/>
        </p:nvSpPr>
        <p:spPr>
          <a:xfrm>
            <a:off x="228600" y="708825"/>
            <a:ext cx="4833900" cy="40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298F"/>
                </a:solidFill>
                <a:latin typeface="DM Sans"/>
                <a:ea typeface="DM Sans"/>
                <a:cs typeface="DM Sans"/>
                <a:sym typeface="DM Sans"/>
              </a:rPr>
              <a:t>Expectations:</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100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It is not expected that Support will need to review Splunk. </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Technical errors are not expected and, in the short term, any </a:t>
            </a:r>
            <a:r>
              <a:rPr lang="en" sz="1100">
                <a:solidFill>
                  <a:srgbClr val="1A252A"/>
                </a:solidFill>
                <a:highlight>
                  <a:srgbClr val="F4F4F4"/>
                </a:highlight>
                <a:latin typeface="DM Sans"/>
                <a:ea typeface="DM Sans"/>
                <a:cs typeface="DM Sans"/>
                <a:sym typeface="DM Sans"/>
              </a:rPr>
              <a:t>errors should be escalated. </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In time, with more production experience, this can be revisited.</a:t>
            </a:r>
            <a:endParaRPr sz="1100">
              <a:solidFill>
                <a:srgbClr val="1A252A"/>
              </a:solidFill>
              <a:highlight>
                <a:srgbClr val="F4F4F4"/>
              </a:highlight>
              <a:latin typeface="DM Sans"/>
              <a:ea typeface="DM Sans"/>
              <a:cs typeface="DM Sans"/>
              <a:sym typeface="DM Sans"/>
            </a:endParaRPr>
          </a:p>
          <a:p>
            <a:pPr indent="0" lvl="0" marL="0" rtl="0" algn="l">
              <a:spcBef>
                <a:spcPts val="1000"/>
              </a:spcBef>
              <a:spcAft>
                <a:spcPts val="0"/>
              </a:spcAft>
              <a:buNone/>
            </a:pPr>
            <a:r>
              <a:rPr lang="en" sz="1100">
                <a:solidFill>
                  <a:srgbClr val="FF298F"/>
                </a:solidFill>
                <a:latin typeface="DM Sans"/>
                <a:ea typeface="DM Sans"/>
                <a:cs typeface="DM Sans"/>
                <a:sym typeface="DM Sans"/>
              </a:rPr>
              <a:t>Available now:</a:t>
            </a:r>
            <a:endParaRPr sz="1100">
              <a:solidFill>
                <a:srgbClr val="1A252A"/>
              </a:solidFill>
              <a:highlight>
                <a:srgbClr val="F4F4F4"/>
              </a:highlight>
              <a:latin typeface="DM Sans"/>
              <a:ea typeface="DM Sans"/>
              <a:cs typeface="DM Sans"/>
              <a:sym typeface="DM Sans"/>
            </a:endParaRPr>
          </a:p>
          <a:p>
            <a:pPr indent="-298450" lvl="0" marL="457200" rtl="0" algn="l">
              <a:lnSpc>
                <a:spcPct val="115000"/>
              </a:lnSpc>
              <a:spcBef>
                <a:spcPts val="100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Service and agent logs are joined using trace_id </a:t>
            </a:r>
            <a:endParaRPr sz="1100">
              <a:solidFill>
                <a:srgbClr val="1A252A"/>
              </a:solidFill>
              <a:highlight>
                <a:srgbClr val="F4F4F4"/>
              </a:highlight>
              <a:latin typeface="DM Sans"/>
              <a:ea typeface="DM Sans"/>
              <a:cs typeface="DM Sans"/>
              <a:sym typeface="DM Sans"/>
            </a:endParaRPr>
          </a:p>
          <a:p>
            <a:pPr indent="-298450" lvl="0" marL="45720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User context is visible in logs (service - done, agent - coming)</a:t>
            </a:r>
            <a:endParaRPr sz="1100">
              <a:solidFill>
                <a:srgbClr val="1A252A"/>
              </a:solidFill>
              <a:highlight>
                <a:srgbClr val="F4F4F4"/>
              </a:highlight>
              <a:latin typeface="DM Sans"/>
              <a:ea typeface="DM Sans"/>
              <a:cs typeface="DM Sans"/>
              <a:sym typeface="DM Sans"/>
            </a:endParaRPr>
          </a:p>
          <a:p>
            <a:pPr indent="-298450" lvl="0" marL="45720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Request processing statistics (streamed chunks, token usage, duration)</a:t>
            </a:r>
            <a:endParaRPr sz="1100">
              <a:solidFill>
                <a:srgbClr val="1A252A"/>
              </a:solidFill>
              <a:highlight>
                <a:srgbClr val="F4F4F4"/>
              </a:highlight>
              <a:latin typeface="DM Sans"/>
              <a:ea typeface="DM Sans"/>
              <a:cs typeface="DM Sans"/>
              <a:sym typeface="DM Sans"/>
            </a:endParaRPr>
          </a:p>
          <a:p>
            <a:pPr indent="0" lvl="0" marL="0" rtl="0" algn="l">
              <a:spcBef>
                <a:spcPts val="1000"/>
              </a:spcBef>
              <a:spcAft>
                <a:spcPts val="0"/>
              </a:spcAft>
              <a:buNone/>
            </a:pPr>
            <a:r>
              <a:rPr lang="en" sz="1100">
                <a:solidFill>
                  <a:srgbClr val="FF298F"/>
                </a:solidFill>
                <a:latin typeface="DM Sans"/>
                <a:ea typeface="DM Sans"/>
                <a:cs typeface="DM Sans"/>
                <a:sym typeface="DM Sans"/>
              </a:rPr>
              <a:t>In progress:</a:t>
            </a:r>
            <a:endParaRPr sz="1100">
              <a:solidFill>
                <a:srgbClr val="FF298F"/>
              </a:solidFill>
              <a:latin typeface="DM Sans"/>
              <a:ea typeface="DM Sans"/>
              <a:cs typeface="DM Sans"/>
              <a:sym typeface="DM Sans"/>
            </a:endParaRPr>
          </a:p>
          <a:p>
            <a:pPr indent="-298450" lvl="0" marL="457200" marR="0" rtl="0" algn="l">
              <a:lnSpc>
                <a:spcPct val="115000"/>
              </a:lnSpc>
              <a:spcBef>
                <a:spcPts val="100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Propagating traces to MCP tools</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Whitelisting traceparent in Gravitee</a:t>
            </a:r>
            <a:endParaRPr sz="1100">
              <a:solidFill>
                <a:srgbClr val="1A252A"/>
              </a:solidFill>
              <a:highlight>
                <a:srgbClr val="F4F4F4"/>
              </a:highlight>
              <a:latin typeface="DM Sans"/>
              <a:ea typeface="DM Sans"/>
              <a:cs typeface="DM Sans"/>
              <a:sym typeface="DM Sans"/>
            </a:endParaRPr>
          </a:p>
          <a:p>
            <a:pPr indent="0" lvl="0" marL="0" marR="0" rtl="0" algn="l">
              <a:lnSpc>
                <a:spcPct val="115000"/>
              </a:lnSpc>
              <a:spcBef>
                <a:spcPts val="1000"/>
              </a:spcBef>
              <a:spcAft>
                <a:spcPts val="0"/>
              </a:spcAft>
              <a:buNone/>
            </a:pPr>
            <a:r>
              <a:rPr lang="en" sz="1100">
                <a:solidFill>
                  <a:srgbClr val="FF298F"/>
                </a:solidFill>
                <a:latin typeface="DM Sans"/>
                <a:ea typeface="DM Sans"/>
                <a:cs typeface="DM Sans"/>
                <a:sym typeface="DM Sans"/>
              </a:rPr>
              <a:t>Expected in future:</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Request ID included in TAI output within the User Interface (UI)</a:t>
            </a:r>
            <a:endParaRPr sz="1100">
              <a:solidFill>
                <a:srgbClr val="1A252A"/>
              </a:solidFill>
              <a:highlight>
                <a:srgbClr val="F4F4F4"/>
              </a:highlight>
              <a:latin typeface="DM Sans"/>
              <a:ea typeface="DM Sans"/>
              <a:cs typeface="DM Sans"/>
              <a:sym typeface="DM Sans"/>
            </a:endParaRPr>
          </a:p>
          <a:p>
            <a:pPr indent="0" lvl="0" marL="0" rtl="0" algn="l">
              <a:lnSpc>
                <a:spcPct val="115000"/>
              </a:lnSpc>
              <a:spcBef>
                <a:spcPts val="1000"/>
              </a:spcBef>
              <a:spcAft>
                <a:spcPts val="1000"/>
              </a:spcAft>
              <a:buNone/>
            </a:pPr>
            <a:r>
              <a:rPr lang="en" sz="1100">
                <a:solidFill>
                  <a:schemeClr val="dk1"/>
                </a:solidFill>
                <a:highlight>
                  <a:schemeClr val="lt1"/>
                </a:highlight>
                <a:latin typeface="DM Sans"/>
                <a:ea typeface="DM Sans"/>
                <a:cs typeface="DM Sans"/>
                <a:sym typeface="DM Sans"/>
              </a:rPr>
              <a:t>More information in </a:t>
            </a:r>
            <a:r>
              <a:rPr lang="en" sz="1100" u="sng">
                <a:solidFill>
                  <a:srgbClr val="247094"/>
                </a:solidFill>
                <a:highlight>
                  <a:schemeClr val="lt1"/>
                </a:highlight>
                <a:latin typeface="DM Sans"/>
                <a:ea typeface="DM Sans"/>
                <a:cs typeface="DM Sans"/>
                <a:sym typeface="DM Sans"/>
                <a:hlinkClick r:id="rId3">
                  <a:extLst>
                    <a:ext uri="{A12FA001-AC4F-418D-AE19-62706E023703}">
                      <ahyp:hlinkClr val="tx"/>
                    </a:ext>
                  </a:extLst>
                </a:hlinkClick>
              </a:rPr>
              <a:t>[TAI] Logging</a:t>
            </a:r>
            <a:endParaRPr sz="1100">
              <a:solidFill>
                <a:srgbClr val="1A252A"/>
              </a:solidFill>
              <a:highlight>
                <a:srgbClr val="F4F4F4"/>
              </a:highlight>
              <a:latin typeface="DM Mono Light"/>
              <a:ea typeface="DM Mono Light"/>
              <a:cs typeface="DM Mono Light"/>
              <a:sym typeface="DM Mono Light"/>
            </a:endParaRPr>
          </a:p>
        </p:txBody>
      </p:sp>
      <p:pic>
        <p:nvPicPr>
          <p:cNvPr id="415" name="Google Shape;415;p75"/>
          <p:cNvPicPr preferRelativeResize="0"/>
          <p:nvPr/>
        </p:nvPicPr>
        <p:blipFill>
          <a:blip r:embed="rId4">
            <a:alphaModFix/>
          </a:blip>
          <a:stretch>
            <a:fillRect/>
          </a:stretch>
        </p:blipFill>
        <p:spPr>
          <a:xfrm>
            <a:off x="5229325" y="616550"/>
            <a:ext cx="3806226" cy="4184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9" name="Shape 419"/>
        <p:cNvGrpSpPr/>
        <p:nvPr/>
      </p:nvGrpSpPr>
      <p:grpSpPr>
        <a:xfrm>
          <a:off x="0" y="0"/>
          <a:ext cx="0" cy="0"/>
          <a:chOff x="0" y="0"/>
          <a:chExt cx="0" cy="0"/>
        </a:xfrm>
      </p:grpSpPr>
      <p:sp>
        <p:nvSpPr>
          <p:cNvPr id="420" name="Google Shape;420;p76"/>
          <p:cNvSpPr txBox="1"/>
          <p:nvPr>
            <p:ph idx="4294967295"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chemeClr val="dk1"/>
              </a:buClr>
              <a:buSzPts val="2800"/>
              <a:buFont typeface="DM Mono Medium"/>
              <a:buNone/>
            </a:pPr>
            <a:r>
              <a:rPr b="0" i="0" lang="en" sz="2800" u="none" cap="none" strike="noStrike">
                <a:solidFill>
                  <a:schemeClr val="dk1"/>
                </a:solidFill>
                <a:latin typeface="DM Mono Medium"/>
                <a:ea typeface="DM Mono Medium"/>
                <a:cs typeface="DM Mono Medium"/>
                <a:sym typeface="DM Mono Medium"/>
              </a:rPr>
              <a:t>Thank you.</a:t>
            </a:r>
            <a:endParaRPr b="0" i="0" sz="2800" u="none" cap="none" strike="noStrike">
              <a:solidFill>
                <a:schemeClr val="dk1"/>
              </a:solidFill>
              <a:latin typeface="DM Mono Medium"/>
              <a:ea typeface="DM Mono Medium"/>
              <a:cs typeface="DM Mono Medium"/>
              <a:sym typeface="DM Mono Medium"/>
            </a:endParaRPr>
          </a:p>
        </p:txBody>
      </p:sp>
      <p:sp>
        <p:nvSpPr>
          <p:cNvPr id="421" name="Google Shape;421;p76"/>
          <p:cNvSpPr txBox="1"/>
          <p:nvPr>
            <p:ph idx="4294967295"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chemeClr val="dk1"/>
              </a:buClr>
              <a:buSzPts val="1200"/>
              <a:buFont typeface="DM Sans"/>
              <a:buNone/>
            </a:pPr>
            <a:r>
              <a:rPr b="0" i="0" lang="en" sz="1200" u="none" cap="none" strike="noStrike">
                <a:solidFill>
                  <a:schemeClr val="dk1"/>
                </a:solidFill>
                <a:latin typeface="DM Sans"/>
                <a:ea typeface="DM Sans"/>
                <a:cs typeface="DM Sans"/>
                <a:sym typeface="DM Sans"/>
              </a:rPr>
              <a:t>Subtitle goes here</a:t>
            </a:r>
            <a:endParaRPr b="0" i="0" sz="1200" u="none" cap="none" strike="noStrike">
              <a:solidFill>
                <a:schemeClr val="dk1"/>
              </a:solidFill>
              <a:latin typeface="DM Sans"/>
              <a:ea typeface="DM Sans"/>
              <a:cs typeface="DM Sans"/>
              <a:sym typeface="DM Sans"/>
            </a:endParaRPr>
          </a:p>
        </p:txBody>
      </p:sp>
      <p:sp>
        <p:nvSpPr>
          <p:cNvPr id="422" name="Google Shape;422;p76"/>
          <p:cNvSpPr txBox="1"/>
          <p:nvPr/>
        </p:nvSpPr>
        <p:spPr>
          <a:xfrm>
            <a:off x="124425" y="342900"/>
            <a:ext cx="91440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lang="en" sz="7500">
                <a:solidFill>
                  <a:srgbClr val="F9F9F9"/>
                </a:solidFill>
                <a:latin typeface="DM Mono Medium"/>
                <a:ea typeface="DM Mono Medium"/>
                <a:cs typeface="DM Mono Medium"/>
                <a:sym typeface="DM Mono Medium"/>
              </a:rPr>
              <a:t>Break - 5 mins</a:t>
            </a:r>
            <a:endParaRPr b="0" i="0" sz="7500" u="none" cap="none" strike="noStrike">
              <a:solidFill>
                <a:srgbClr val="F9F9F9"/>
              </a:solidFill>
              <a:latin typeface="DM Mono Medium"/>
              <a:ea typeface="DM Mono Medium"/>
              <a:cs typeface="DM Mono Medium"/>
              <a:sym typeface="DM Mono Medium"/>
            </a:endParaRPr>
          </a:p>
        </p:txBody>
      </p:sp>
      <p:sp>
        <p:nvSpPr>
          <p:cNvPr id="423" name="Google Shape;423;p76"/>
          <p:cNvSpPr txBox="1"/>
          <p:nvPr/>
        </p:nvSpPr>
        <p:spPr>
          <a:xfrm>
            <a:off x="2887475" y="2295450"/>
            <a:ext cx="32823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lang="en" sz="7500">
                <a:solidFill>
                  <a:srgbClr val="F9F9F9"/>
                </a:solidFill>
                <a:latin typeface="DM Mono Medium"/>
                <a:ea typeface="DM Mono Medium"/>
                <a:cs typeface="DM Mono Medium"/>
                <a:sym typeface="DM Mono Medium"/>
              </a:rPr>
              <a:t>Q &amp; A</a:t>
            </a:r>
            <a:endParaRPr b="0" i="0" sz="7500" u="none" cap="none" strike="noStrike">
              <a:solidFill>
                <a:srgbClr val="F9F9F9"/>
              </a:solidFill>
              <a:latin typeface="DM Mono Medium"/>
              <a:ea typeface="DM Mono Medium"/>
              <a:cs typeface="DM Mono Medium"/>
              <a:sym typeface="DM Mono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27" name="Shape 427"/>
        <p:cNvGrpSpPr/>
        <p:nvPr/>
      </p:nvGrpSpPr>
      <p:grpSpPr>
        <a:xfrm>
          <a:off x="0" y="0"/>
          <a:ext cx="0" cy="0"/>
          <a:chOff x="0" y="0"/>
          <a:chExt cx="0" cy="0"/>
        </a:xfrm>
      </p:grpSpPr>
      <p:sp>
        <p:nvSpPr>
          <p:cNvPr id="428" name="Google Shape;428;p77"/>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How to setup</a:t>
            </a:r>
            <a:endParaRPr/>
          </a:p>
        </p:txBody>
      </p:sp>
      <p:pic>
        <p:nvPicPr>
          <p:cNvPr id="429" name="Google Shape;429;p77"/>
          <p:cNvPicPr preferRelativeResize="0"/>
          <p:nvPr/>
        </p:nvPicPr>
        <p:blipFill>
          <a:blip r:embed="rId3">
            <a:alphaModFix/>
          </a:blip>
          <a:stretch>
            <a:fillRect/>
          </a:stretch>
        </p:blipFill>
        <p:spPr>
          <a:xfrm>
            <a:off x="7281801" y="3012100"/>
            <a:ext cx="962337" cy="1074926"/>
          </a:xfrm>
          <a:prstGeom prst="rect">
            <a:avLst/>
          </a:prstGeom>
          <a:noFill/>
          <a:ln>
            <a:noFill/>
          </a:ln>
        </p:spPr>
      </p:pic>
      <p:sp>
        <p:nvSpPr>
          <p:cNvPr id="430" name="Google Shape;430;p77"/>
          <p:cNvSpPr txBox="1"/>
          <p:nvPr/>
        </p:nvSpPr>
        <p:spPr>
          <a:xfrm>
            <a:off x="6717475" y="4087025"/>
            <a:ext cx="2091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DM Sans"/>
                <a:ea typeface="DM Sans"/>
                <a:cs typeface="DM Sans"/>
                <a:sym typeface="DM Sans"/>
              </a:rPr>
              <a:t>Adam Bridgewater</a:t>
            </a:r>
            <a:endParaRPr sz="1300">
              <a:solidFill>
                <a:schemeClr val="dk1"/>
              </a:solidFill>
              <a:latin typeface="DM Sans"/>
              <a:ea typeface="DM Sans"/>
              <a:cs typeface="DM Sans"/>
              <a:sym typeface="DM Sans"/>
            </a:endParaRPr>
          </a:p>
          <a:p>
            <a:pPr indent="0" lvl="0" marL="0" rtl="0" algn="ctr">
              <a:spcBef>
                <a:spcPts val="0"/>
              </a:spcBef>
              <a:spcAft>
                <a:spcPts val="0"/>
              </a:spcAft>
              <a:buNone/>
            </a:pPr>
            <a:r>
              <a:rPr lang="en" sz="1300">
                <a:solidFill>
                  <a:schemeClr val="dk1"/>
                </a:solidFill>
                <a:latin typeface="DM Sans"/>
                <a:ea typeface="DM Sans"/>
                <a:cs typeface="DM Sans"/>
                <a:sym typeface="DM Sans"/>
              </a:rPr>
              <a:t>A.I. Innovation Manager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4" name="Shape 434"/>
        <p:cNvGrpSpPr/>
        <p:nvPr/>
      </p:nvGrpSpPr>
      <p:grpSpPr>
        <a:xfrm>
          <a:off x="0" y="0"/>
          <a:ext cx="0" cy="0"/>
          <a:chOff x="0" y="0"/>
          <a:chExt cx="0" cy="0"/>
        </a:xfrm>
      </p:grpSpPr>
      <p:sp>
        <p:nvSpPr>
          <p:cNvPr id="435" name="Google Shape;435;p78"/>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Activation: How to activate TAI</a:t>
            </a:r>
            <a:endParaRPr sz="2600"/>
          </a:p>
        </p:txBody>
      </p:sp>
      <p:sp>
        <p:nvSpPr>
          <p:cNvPr id="436" name="Google Shape;436;p78"/>
          <p:cNvSpPr txBox="1"/>
          <p:nvPr>
            <p:ph idx="1" type="body"/>
          </p:nvPr>
        </p:nvSpPr>
        <p:spPr>
          <a:xfrm>
            <a:off x="173550" y="1038050"/>
            <a:ext cx="5629800" cy="363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hlink"/>
              </a:buClr>
              <a:buSzPts val="1100"/>
              <a:buFont typeface="Arial"/>
              <a:buNone/>
            </a:pPr>
            <a:r>
              <a:rPr lang="en"/>
              <a:t>TAI will be enabled  either be via the Access profile or Product subscription bundles. </a:t>
            </a:r>
            <a:endParaRPr/>
          </a:p>
          <a:p>
            <a:pPr indent="-311150" lvl="0" marL="457200" rtl="0" algn="l">
              <a:lnSpc>
                <a:spcPct val="115000"/>
              </a:lnSpc>
              <a:spcBef>
                <a:spcPts val="0"/>
              </a:spcBef>
              <a:spcAft>
                <a:spcPts val="0"/>
              </a:spcAft>
              <a:buSzPts val="1300"/>
              <a:buChar char="●"/>
            </a:pPr>
            <a:r>
              <a:rPr lang="en"/>
              <a:t>See </a:t>
            </a:r>
            <a:r>
              <a:rPr lang="en" u="sng">
                <a:solidFill>
                  <a:srgbClr val="247094"/>
                </a:solidFill>
                <a:hlinkClick r:id="rId3">
                  <a:extLst>
                    <a:ext uri="{A12FA001-AC4F-418D-AE19-62706E023703}">
                      <ahyp:hlinkClr val="tx"/>
                    </a:ext>
                  </a:extLst>
                </a:hlinkClick>
              </a:rPr>
              <a:t>TAI - Agentic AI - Handbook</a:t>
            </a:r>
            <a:r>
              <a:rPr lang="en"/>
              <a:t> for more information</a:t>
            </a:r>
            <a:endParaRPr/>
          </a:p>
        </p:txBody>
      </p:sp>
      <p:pic>
        <p:nvPicPr>
          <p:cNvPr id="437" name="Google Shape;437;p78"/>
          <p:cNvPicPr preferRelativeResize="0"/>
          <p:nvPr/>
        </p:nvPicPr>
        <p:blipFill>
          <a:blip r:embed="rId4">
            <a:alphaModFix/>
          </a:blip>
          <a:stretch>
            <a:fillRect/>
          </a:stretch>
        </p:blipFill>
        <p:spPr>
          <a:xfrm>
            <a:off x="5961602" y="1038050"/>
            <a:ext cx="2723975" cy="3852500"/>
          </a:xfrm>
          <a:prstGeom prst="rect">
            <a:avLst/>
          </a:prstGeom>
          <a:noFill/>
          <a:ln>
            <a:noFill/>
          </a:ln>
        </p:spPr>
      </p:pic>
      <p:pic>
        <p:nvPicPr>
          <p:cNvPr id="438" name="Google Shape;438;p78"/>
          <p:cNvPicPr preferRelativeResize="0"/>
          <p:nvPr/>
        </p:nvPicPr>
        <p:blipFill>
          <a:blip r:embed="rId5">
            <a:alphaModFix/>
          </a:blip>
          <a:stretch>
            <a:fillRect/>
          </a:stretch>
        </p:blipFill>
        <p:spPr>
          <a:xfrm>
            <a:off x="801499" y="1830400"/>
            <a:ext cx="4444701" cy="28416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2" name="Shape 442"/>
        <p:cNvGrpSpPr/>
        <p:nvPr/>
      </p:nvGrpSpPr>
      <p:grpSpPr>
        <a:xfrm>
          <a:off x="0" y="0"/>
          <a:ext cx="0" cy="0"/>
          <a:chOff x="0" y="0"/>
          <a:chExt cx="0" cy="0"/>
        </a:xfrm>
      </p:grpSpPr>
      <p:sp>
        <p:nvSpPr>
          <p:cNvPr id="443" name="Google Shape;443;p79"/>
          <p:cNvSpPr txBox="1"/>
          <p:nvPr>
            <p:ph type="title"/>
          </p:nvPr>
        </p:nvSpPr>
        <p:spPr>
          <a:xfrm>
            <a:off x="228600" y="342900"/>
            <a:ext cx="89154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Key</a:t>
            </a:r>
            <a:r>
              <a:rPr lang="en" sz="1500"/>
              <a:t> </a:t>
            </a:r>
            <a:r>
              <a:rPr lang="en" sz="2600"/>
              <a:t>points</a:t>
            </a:r>
            <a:r>
              <a:rPr lang="en" sz="1500"/>
              <a:t> </a:t>
            </a:r>
            <a:r>
              <a:rPr lang="en" sz="2600"/>
              <a:t>covered</a:t>
            </a:r>
            <a:r>
              <a:rPr lang="en" sz="1500"/>
              <a:t> </a:t>
            </a:r>
            <a:r>
              <a:rPr lang="en" sz="2600"/>
              <a:t>in</a:t>
            </a:r>
            <a:r>
              <a:rPr lang="en" sz="1500"/>
              <a:t> </a:t>
            </a:r>
            <a:r>
              <a:rPr lang="en" sz="2600" u="sng">
                <a:solidFill>
                  <a:srgbClr val="247094"/>
                </a:solidFill>
                <a:latin typeface="DM Sans"/>
                <a:ea typeface="DM Sans"/>
                <a:cs typeface="DM Sans"/>
                <a:sym typeface="DM Sans"/>
                <a:hlinkClick r:id="rId3">
                  <a:extLst>
                    <a:ext uri="{A12FA001-AC4F-418D-AE19-62706E023703}">
                      <ahyp:hlinkClr val="tx"/>
                    </a:ext>
                  </a:extLst>
                </a:hlinkClick>
              </a:rPr>
              <a:t>TAI - Agentic AI - Handbook</a:t>
            </a:r>
            <a:endParaRPr sz="2600"/>
          </a:p>
        </p:txBody>
      </p:sp>
      <p:sp>
        <p:nvSpPr>
          <p:cNvPr id="444" name="Google Shape;444;p79"/>
          <p:cNvSpPr txBox="1"/>
          <p:nvPr>
            <p:ph idx="1" type="body"/>
          </p:nvPr>
        </p:nvSpPr>
        <p:spPr>
          <a:xfrm>
            <a:off x="173550" y="1038050"/>
            <a:ext cx="8970600" cy="3636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Whether Product subscription or Access Profile is needed to enable TAI is dependant on the</a:t>
            </a:r>
            <a:endParaRPr/>
          </a:p>
          <a:p>
            <a:pPr indent="-298450" lvl="1" marL="914400" rtl="0" algn="l">
              <a:lnSpc>
                <a:spcPct val="115000"/>
              </a:lnSpc>
              <a:spcBef>
                <a:spcPts val="0"/>
              </a:spcBef>
              <a:spcAft>
                <a:spcPts val="0"/>
              </a:spcAft>
              <a:buSzPts val="1100"/>
              <a:buChar char="○"/>
            </a:pPr>
            <a:r>
              <a:rPr b="1" lang="en" sz="1100"/>
              <a:t>Automatic subscription assignment</a:t>
            </a:r>
            <a:r>
              <a:rPr lang="en" sz="1100"/>
              <a:t> setting in processing options</a:t>
            </a:r>
            <a:endParaRPr sz="1100"/>
          </a:p>
          <a:p>
            <a:pPr indent="0" lvl="0" marL="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The number of users allowed is currently tied to the number of Cash Management Primary users.</a:t>
            </a:r>
            <a:endParaRPr/>
          </a:p>
          <a:p>
            <a:pPr indent="0" lvl="0" marL="457200" rtl="0" algn="l">
              <a:lnSpc>
                <a:spcPct val="115000"/>
              </a:lnSpc>
              <a:spcBef>
                <a:spcPts val="0"/>
              </a:spcBef>
              <a:spcAft>
                <a:spcPts val="0"/>
              </a:spcAft>
              <a:buNone/>
            </a:pPr>
            <a:r>
              <a:t/>
            </a:r>
            <a:endParaRPr/>
          </a:p>
        </p:txBody>
      </p:sp>
      <p:pic>
        <p:nvPicPr>
          <p:cNvPr id="445" name="Google Shape;445;p79"/>
          <p:cNvPicPr preferRelativeResize="0"/>
          <p:nvPr/>
        </p:nvPicPr>
        <p:blipFill>
          <a:blip r:embed="rId4">
            <a:alphaModFix/>
          </a:blip>
          <a:stretch>
            <a:fillRect/>
          </a:stretch>
        </p:blipFill>
        <p:spPr>
          <a:xfrm>
            <a:off x="1189900" y="1676675"/>
            <a:ext cx="2859075" cy="820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9" name="Shape 449"/>
        <p:cNvGrpSpPr/>
        <p:nvPr/>
      </p:nvGrpSpPr>
      <p:grpSpPr>
        <a:xfrm>
          <a:off x="0" y="0"/>
          <a:ext cx="0" cy="0"/>
          <a:chOff x="0" y="0"/>
          <a:chExt cx="0" cy="0"/>
        </a:xfrm>
      </p:grpSpPr>
      <p:sp>
        <p:nvSpPr>
          <p:cNvPr id="450" name="Google Shape;450;p80"/>
          <p:cNvSpPr txBox="1"/>
          <p:nvPr>
            <p:ph type="title"/>
          </p:nvPr>
        </p:nvSpPr>
        <p:spPr>
          <a:xfrm>
            <a:off x="228600" y="342900"/>
            <a:ext cx="8915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Activation</a:t>
            </a:r>
            <a:r>
              <a:rPr lang="en" sz="2600"/>
              <a:t>:</a:t>
            </a:r>
            <a:r>
              <a:rPr lang="en" sz="1500"/>
              <a:t> </a:t>
            </a:r>
            <a:r>
              <a:rPr lang="en" sz="2600"/>
              <a:t>Describing</a:t>
            </a:r>
            <a:r>
              <a:rPr lang="en" sz="1500"/>
              <a:t> </a:t>
            </a:r>
            <a:r>
              <a:rPr lang="en" sz="2600"/>
              <a:t>reports</a:t>
            </a:r>
            <a:r>
              <a:rPr lang="en" sz="1500"/>
              <a:t> </a:t>
            </a:r>
            <a:r>
              <a:rPr lang="en" sz="2600"/>
              <a:t>fully</a:t>
            </a:r>
            <a:endParaRPr sz="2600"/>
          </a:p>
          <a:p>
            <a:pPr indent="0" lvl="0" marL="0" rtl="0" algn="l">
              <a:lnSpc>
                <a:spcPct val="80000"/>
              </a:lnSpc>
              <a:spcBef>
                <a:spcPts val="0"/>
              </a:spcBef>
              <a:spcAft>
                <a:spcPts val="0"/>
              </a:spcAft>
              <a:buSzPts val="2000"/>
              <a:buNone/>
            </a:pPr>
            <a:r>
              <a:t/>
            </a:r>
            <a:endParaRPr sz="2600"/>
          </a:p>
        </p:txBody>
      </p:sp>
      <p:sp>
        <p:nvSpPr>
          <p:cNvPr id="451" name="Google Shape;451;p80"/>
          <p:cNvSpPr txBox="1"/>
          <p:nvPr>
            <p:ph idx="1" type="body"/>
          </p:nvPr>
        </p:nvSpPr>
        <p:spPr>
          <a:xfrm>
            <a:off x="173550" y="1038050"/>
            <a:ext cx="8595900" cy="3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TAI uses the “search_report_library” to find the right report to run.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all the reports have a descriptions such as “Cash_1” or “Cash_2”, then TAI won’t know which report is best for the question.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help TAI , it would be best if reports are well described so that they are selected by TAI more efficiently:</a:t>
            </a:r>
            <a:endParaRPr/>
          </a:p>
          <a:p>
            <a:pPr indent="-311150" lvl="0" marL="457200" rtl="0" algn="l">
              <a:spcBef>
                <a:spcPts val="0"/>
              </a:spcBef>
              <a:spcAft>
                <a:spcPts val="0"/>
              </a:spcAft>
              <a:buSzPts val="1300"/>
              <a:buChar char="●"/>
            </a:pPr>
            <a:r>
              <a:rPr lang="en"/>
              <a:t>E.g. “Cash position worksheet by subsidiary in USD, actuals &amp; forecasts by budget code”</a:t>
            </a:r>
            <a:endParaRPr/>
          </a:p>
          <a:p>
            <a:pPr indent="-311150" lvl="0" marL="457200" rtl="0" algn="l">
              <a:spcBef>
                <a:spcPts val="0"/>
              </a:spcBef>
              <a:spcAft>
                <a:spcPts val="0"/>
              </a:spcAft>
              <a:buSzPts val="1300"/>
              <a:buChar char="●"/>
            </a:pPr>
            <a:r>
              <a:rPr lang="en"/>
              <a:t>In general up to 100 characters 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allow TAI to more easily find and choose the right report for the question asked.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Note: </a:t>
            </a:r>
            <a:r>
              <a:rPr lang="en"/>
              <a:t>TAI already knows the type of report.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addition, adding “ TAI” or “TAI ” or in the description will prioritise the report over similar reports.</a:t>
            </a:r>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55" name="Shape 455"/>
        <p:cNvGrpSpPr/>
        <p:nvPr/>
      </p:nvGrpSpPr>
      <p:grpSpPr>
        <a:xfrm>
          <a:off x="0" y="0"/>
          <a:ext cx="0" cy="0"/>
          <a:chOff x="0" y="0"/>
          <a:chExt cx="0" cy="0"/>
        </a:xfrm>
      </p:grpSpPr>
      <p:sp>
        <p:nvSpPr>
          <p:cNvPr id="456" name="Google Shape;456;p81"/>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How does TAI work</a:t>
            </a:r>
            <a:endParaRPr/>
          </a:p>
        </p:txBody>
      </p:sp>
      <p:pic>
        <p:nvPicPr>
          <p:cNvPr id="457" name="Google Shape;457;p81"/>
          <p:cNvPicPr preferRelativeResize="0"/>
          <p:nvPr/>
        </p:nvPicPr>
        <p:blipFill>
          <a:blip r:embed="rId3">
            <a:alphaModFix/>
          </a:blip>
          <a:stretch>
            <a:fillRect/>
          </a:stretch>
        </p:blipFill>
        <p:spPr>
          <a:xfrm>
            <a:off x="7281801" y="3012100"/>
            <a:ext cx="962337" cy="1074926"/>
          </a:xfrm>
          <a:prstGeom prst="rect">
            <a:avLst/>
          </a:prstGeom>
          <a:noFill/>
          <a:ln>
            <a:noFill/>
          </a:ln>
        </p:spPr>
      </p:pic>
      <p:sp>
        <p:nvSpPr>
          <p:cNvPr id="458" name="Google Shape;458;p81"/>
          <p:cNvSpPr txBox="1"/>
          <p:nvPr/>
        </p:nvSpPr>
        <p:spPr>
          <a:xfrm>
            <a:off x="6717475" y="4087025"/>
            <a:ext cx="2091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DM Sans"/>
                <a:ea typeface="DM Sans"/>
                <a:cs typeface="DM Sans"/>
                <a:sym typeface="DM Sans"/>
              </a:rPr>
              <a:t>Adam Bridgewater</a:t>
            </a:r>
            <a:endParaRPr sz="1300">
              <a:solidFill>
                <a:schemeClr val="dk1"/>
              </a:solidFill>
              <a:latin typeface="DM Sans"/>
              <a:ea typeface="DM Sans"/>
              <a:cs typeface="DM Sans"/>
              <a:sym typeface="DM Sans"/>
            </a:endParaRPr>
          </a:p>
          <a:p>
            <a:pPr indent="0" lvl="0" marL="0" rtl="0" algn="ctr">
              <a:spcBef>
                <a:spcPts val="0"/>
              </a:spcBef>
              <a:spcAft>
                <a:spcPts val="0"/>
              </a:spcAft>
              <a:buNone/>
            </a:pPr>
            <a:r>
              <a:rPr lang="en" sz="1300">
                <a:solidFill>
                  <a:schemeClr val="dk1"/>
                </a:solidFill>
                <a:latin typeface="DM Sans"/>
                <a:ea typeface="DM Sans"/>
                <a:cs typeface="DM Sans"/>
                <a:sym typeface="DM Sans"/>
              </a:rPr>
              <a:t>A.I. Innovation Manager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sp>
        <p:nvSpPr>
          <p:cNvPr id="463" name="Google Shape;463;p82"/>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Activation</a:t>
            </a:r>
            <a:r>
              <a:rPr lang="en" sz="2600"/>
              <a:t>: How does TAI get data?</a:t>
            </a:r>
            <a:endParaRPr sz="2600"/>
          </a:p>
          <a:p>
            <a:pPr indent="0" lvl="0" marL="0" rtl="0" algn="l">
              <a:lnSpc>
                <a:spcPct val="80000"/>
              </a:lnSpc>
              <a:spcBef>
                <a:spcPts val="0"/>
              </a:spcBef>
              <a:spcAft>
                <a:spcPts val="0"/>
              </a:spcAft>
              <a:buSzPts val="2000"/>
              <a:buNone/>
            </a:pPr>
            <a:r>
              <a:t/>
            </a:r>
            <a:endParaRPr sz="2600"/>
          </a:p>
        </p:txBody>
      </p:sp>
      <p:sp>
        <p:nvSpPr>
          <p:cNvPr id="464" name="Google Shape;464;p82"/>
          <p:cNvSpPr txBox="1"/>
          <p:nvPr>
            <p:ph idx="1" type="body"/>
          </p:nvPr>
        </p:nvSpPr>
        <p:spPr>
          <a:xfrm>
            <a:off x="173550" y="1038050"/>
            <a:ext cx="8595900" cy="170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TAI has access to a number of the Kyriba APIs </a:t>
            </a:r>
            <a:endParaRPr/>
          </a:p>
          <a:p>
            <a:pPr indent="0" lvl="0" marL="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TAI </a:t>
            </a:r>
            <a:r>
              <a:rPr lang="en"/>
              <a:t>connects</a:t>
            </a:r>
            <a:r>
              <a:rPr lang="en"/>
              <a:t> to Kyriba APIs via the API team’s Model Context Protocole (MCP server)</a:t>
            </a:r>
            <a:endParaRPr>
              <a:solidFill>
                <a:srgbClr val="247094"/>
              </a:solidFill>
            </a:endParaRPr>
          </a:p>
          <a:p>
            <a:pPr indent="0" lvl="0" marL="457200" rtl="0" algn="l">
              <a:lnSpc>
                <a:spcPct val="115000"/>
              </a:lnSpc>
              <a:spcBef>
                <a:spcPts val="0"/>
              </a:spcBef>
              <a:spcAft>
                <a:spcPts val="0"/>
              </a:spcAft>
              <a:buNone/>
            </a:pPr>
            <a:r>
              <a:t/>
            </a:r>
            <a:endParaRPr/>
          </a:p>
        </p:txBody>
      </p:sp>
      <p:sp>
        <p:nvSpPr>
          <p:cNvPr id="465" name="Google Shape;465;p82"/>
          <p:cNvSpPr/>
          <p:nvPr/>
        </p:nvSpPr>
        <p:spPr>
          <a:xfrm>
            <a:off x="295675" y="2007250"/>
            <a:ext cx="8228100" cy="5223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Model Context Protocol (MCP), an emerging open protocol that lets AI applications (clients) securely connect to external tools, data sources, and actions.</a:t>
            </a:r>
            <a:endParaRPr b="0" i="0" sz="1200" u="none" cap="none" strike="noStrike">
              <a:solidFill>
                <a:schemeClr val="dk1"/>
              </a:solidFill>
              <a:latin typeface="DM Mono"/>
              <a:ea typeface="DM Mono"/>
              <a:cs typeface="DM Mono"/>
              <a:sym typeface="DM Mono"/>
            </a:endParaRPr>
          </a:p>
        </p:txBody>
      </p:sp>
      <p:grpSp>
        <p:nvGrpSpPr>
          <p:cNvPr id="466" name="Google Shape;466;p82"/>
          <p:cNvGrpSpPr/>
          <p:nvPr/>
        </p:nvGrpSpPr>
        <p:grpSpPr>
          <a:xfrm>
            <a:off x="1180175" y="2740538"/>
            <a:ext cx="2228400" cy="2058013"/>
            <a:chOff x="3457800" y="2790013"/>
            <a:chExt cx="2228400" cy="2058013"/>
          </a:xfrm>
        </p:grpSpPr>
        <p:sp>
          <p:nvSpPr>
            <p:cNvPr id="467" name="Google Shape;467;p82"/>
            <p:cNvSpPr/>
            <p:nvPr/>
          </p:nvSpPr>
          <p:spPr>
            <a:xfrm>
              <a:off x="3457800" y="2790013"/>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TAI treasury agent</a:t>
              </a:r>
              <a:endParaRPr b="0" i="0" sz="1200" u="none" cap="none" strike="noStrike">
                <a:solidFill>
                  <a:schemeClr val="dk1"/>
                </a:solidFill>
                <a:latin typeface="DM Mono"/>
                <a:ea typeface="DM Mono"/>
                <a:cs typeface="DM Mono"/>
                <a:sym typeface="DM Mono"/>
              </a:endParaRPr>
            </a:p>
          </p:txBody>
        </p:sp>
        <p:sp>
          <p:nvSpPr>
            <p:cNvPr id="468" name="Google Shape;468;p82"/>
            <p:cNvSpPr/>
            <p:nvPr/>
          </p:nvSpPr>
          <p:spPr>
            <a:xfrm>
              <a:off x="3457800" y="3342125"/>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MCP Server</a:t>
              </a:r>
              <a:endParaRPr b="0" i="0" sz="1200" u="none" cap="none" strike="noStrike">
                <a:solidFill>
                  <a:schemeClr val="dk1"/>
                </a:solidFill>
                <a:latin typeface="DM Mono"/>
                <a:ea typeface="DM Mono"/>
                <a:cs typeface="DM Mono"/>
                <a:sym typeface="DM Mono"/>
              </a:endParaRPr>
            </a:p>
          </p:txBody>
        </p:sp>
        <p:sp>
          <p:nvSpPr>
            <p:cNvPr id="469" name="Google Shape;469;p82"/>
            <p:cNvSpPr/>
            <p:nvPr/>
          </p:nvSpPr>
          <p:spPr>
            <a:xfrm>
              <a:off x="3457800" y="3894225"/>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Kyriba APIs</a:t>
              </a:r>
              <a:endParaRPr b="0" i="0" sz="1200" u="none" cap="none" strike="noStrike">
                <a:solidFill>
                  <a:schemeClr val="dk1"/>
                </a:solidFill>
                <a:latin typeface="DM Mono"/>
                <a:ea typeface="DM Mono"/>
                <a:cs typeface="DM Mono"/>
                <a:sym typeface="DM Mono"/>
              </a:endParaRPr>
            </a:p>
          </p:txBody>
        </p:sp>
        <p:sp>
          <p:nvSpPr>
            <p:cNvPr id="470" name="Google Shape;470;p82"/>
            <p:cNvSpPr/>
            <p:nvPr/>
          </p:nvSpPr>
          <p:spPr>
            <a:xfrm>
              <a:off x="3457800" y="4446325"/>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Customer Database</a:t>
              </a:r>
              <a:endParaRPr b="0" i="0" sz="1200" u="none" cap="none" strike="noStrike">
                <a:solidFill>
                  <a:schemeClr val="dk1"/>
                </a:solidFill>
                <a:latin typeface="DM Mono"/>
                <a:ea typeface="DM Mono"/>
                <a:cs typeface="DM Mono"/>
                <a:sym typeface="DM Mono"/>
              </a:endParaRPr>
            </a:p>
          </p:txBody>
        </p:sp>
        <p:cxnSp>
          <p:nvCxnSpPr>
            <p:cNvPr id="471" name="Google Shape;471;p82"/>
            <p:cNvCxnSpPr/>
            <p:nvPr/>
          </p:nvCxnSpPr>
          <p:spPr>
            <a:xfrm>
              <a:off x="4358375" y="3185650"/>
              <a:ext cx="0" cy="156600"/>
            </a:xfrm>
            <a:prstGeom prst="straightConnector1">
              <a:avLst/>
            </a:prstGeom>
            <a:noFill/>
            <a:ln cap="flat" cmpd="sng" w="9525">
              <a:solidFill>
                <a:schemeClr val="dk2"/>
              </a:solidFill>
              <a:prstDash val="solid"/>
              <a:round/>
              <a:headEnd len="med" w="med" type="none"/>
              <a:tailEnd len="med" w="med" type="stealth"/>
            </a:ln>
          </p:spPr>
        </p:cxnSp>
        <p:cxnSp>
          <p:nvCxnSpPr>
            <p:cNvPr id="472" name="Google Shape;472;p82"/>
            <p:cNvCxnSpPr/>
            <p:nvPr/>
          </p:nvCxnSpPr>
          <p:spPr>
            <a:xfrm>
              <a:off x="4358375" y="3740725"/>
              <a:ext cx="0" cy="156600"/>
            </a:xfrm>
            <a:prstGeom prst="straightConnector1">
              <a:avLst/>
            </a:prstGeom>
            <a:noFill/>
            <a:ln cap="flat" cmpd="sng" w="9525">
              <a:solidFill>
                <a:schemeClr val="dk2"/>
              </a:solidFill>
              <a:prstDash val="solid"/>
              <a:round/>
              <a:headEnd len="med" w="med" type="none"/>
              <a:tailEnd len="med" w="med" type="stealth"/>
            </a:ln>
          </p:spPr>
        </p:cxnSp>
        <p:cxnSp>
          <p:nvCxnSpPr>
            <p:cNvPr id="473" name="Google Shape;473;p82"/>
            <p:cNvCxnSpPr/>
            <p:nvPr/>
          </p:nvCxnSpPr>
          <p:spPr>
            <a:xfrm>
              <a:off x="4358375" y="4295925"/>
              <a:ext cx="0" cy="156600"/>
            </a:xfrm>
            <a:prstGeom prst="straightConnector1">
              <a:avLst/>
            </a:prstGeom>
            <a:noFill/>
            <a:ln cap="flat" cmpd="sng" w="9525">
              <a:solidFill>
                <a:schemeClr val="dk2"/>
              </a:solidFill>
              <a:prstDash val="solid"/>
              <a:round/>
              <a:headEnd len="med" w="med" type="none"/>
              <a:tailEnd len="med" w="med" type="stealth"/>
            </a:ln>
          </p:spPr>
        </p:cxnSp>
        <p:cxnSp>
          <p:nvCxnSpPr>
            <p:cNvPr id="474" name="Google Shape;474;p82"/>
            <p:cNvCxnSpPr/>
            <p:nvPr/>
          </p:nvCxnSpPr>
          <p:spPr>
            <a:xfrm>
              <a:off x="4714400" y="3185650"/>
              <a:ext cx="0" cy="156600"/>
            </a:xfrm>
            <a:prstGeom prst="straightConnector1">
              <a:avLst/>
            </a:prstGeom>
            <a:noFill/>
            <a:ln cap="flat" cmpd="sng" w="9525">
              <a:solidFill>
                <a:schemeClr val="dk2"/>
              </a:solidFill>
              <a:prstDash val="solid"/>
              <a:round/>
              <a:headEnd len="med" w="med" type="stealth"/>
              <a:tailEnd len="med" w="med" type="none"/>
            </a:ln>
          </p:spPr>
        </p:cxnSp>
        <p:cxnSp>
          <p:nvCxnSpPr>
            <p:cNvPr id="475" name="Google Shape;475;p82"/>
            <p:cNvCxnSpPr/>
            <p:nvPr/>
          </p:nvCxnSpPr>
          <p:spPr>
            <a:xfrm>
              <a:off x="4714400" y="3740725"/>
              <a:ext cx="0" cy="156600"/>
            </a:xfrm>
            <a:prstGeom prst="straightConnector1">
              <a:avLst/>
            </a:prstGeom>
            <a:noFill/>
            <a:ln cap="flat" cmpd="sng" w="9525">
              <a:solidFill>
                <a:schemeClr val="dk2"/>
              </a:solidFill>
              <a:prstDash val="solid"/>
              <a:round/>
              <a:headEnd len="med" w="med" type="stealth"/>
              <a:tailEnd len="med" w="med" type="none"/>
            </a:ln>
          </p:spPr>
        </p:cxnSp>
        <p:cxnSp>
          <p:nvCxnSpPr>
            <p:cNvPr id="476" name="Google Shape;476;p82"/>
            <p:cNvCxnSpPr/>
            <p:nvPr/>
          </p:nvCxnSpPr>
          <p:spPr>
            <a:xfrm>
              <a:off x="4753675" y="4295925"/>
              <a:ext cx="0" cy="156600"/>
            </a:xfrm>
            <a:prstGeom prst="straightConnector1">
              <a:avLst/>
            </a:prstGeom>
            <a:noFill/>
            <a:ln cap="flat" cmpd="sng" w="9525">
              <a:solidFill>
                <a:schemeClr val="dk2"/>
              </a:solidFill>
              <a:prstDash val="solid"/>
              <a:round/>
              <a:headEnd len="med" w="med" type="stealth"/>
              <a:tailEnd len="med" w="med" type="none"/>
            </a:ln>
          </p:spPr>
        </p:cxnSp>
      </p:grpSp>
      <p:sp>
        <p:nvSpPr>
          <p:cNvPr id="477" name="Google Shape;477;p82"/>
          <p:cNvSpPr txBox="1"/>
          <p:nvPr>
            <p:ph idx="1" type="body"/>
          </p:nvPr>
        </p:nvSpPr>
        <p:spPr>
          <a:xfrm>
            <a:off x="3855350" y="2740550"/>
            <a:ext cx="5014800" cy="193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When a user asks a question of the TAI treasury agent, it uses the access and permissions of that user on the API calls.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 user can only see the reports and data they normally have permission for in Kyriba.</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TAI connects to mcp/API out of the box - no PS effort required</a:t>
            </a:r>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1" name="Shape 481"/>
        <p:cNvGrpSpPr/>
        <p:nvPr/>
      </p:nvGrpSpPr>
      <p:grpSpPr>
        <a:xfrm>
          <a:off x="0" y="0"/>
          <a:ext cx="0" cy="0"/>
          <a:chOff x="0" y="0"/>
          <a:chExt cx="0" cy="0"/>
        </a:xfrm>
      </p:grpSpPr>
      <p:sp>
        <p:nvSpPr>
          <p:cNvPr id="482" name="Google Shape;482;p83"/>
          <p:cNvSpPr txBox="1"/>
          <p:nvPr>
            <p:ph type="title"/>
          </p:nvPr>
        </p:nvSpPr>
        <p:spPr>
          <a:xfrm>
            <a:off x="228600" y="342900"/>
            <a:ext cx="7893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000000"/>
              </a:buClr>
              <a:buSzPts val="2000"/>
              <a:buFont typeface="Arial"/>
              <a:buNone/>
            </a:pPr>
            <a:r>
              <a:rPr lang="en" sz="2600"/>
              <a:t>Scope of data used by TAI: APIs</a:t>
            </a:r>
            <a:endParaRPr sz="2600"/>
          </a:p>
        </p:txBody>
      </p:sp>
      <p:pic>
        <p:nvPicPr>
          <p:cNvPr id="483" name="Google Shape;483;p83"/>
          <p:cNvPicPr preferRelativeResize="0"/>
          <p:nvPr/>
        </p:nvPicPr>
        <p:blipFill rotWithShape="1">
          <a:blip r:embed="rId3">
            <a:alphaModFix/>
          </a:blip>
          <a:srcRect b="22318" l="0" r="6341" t="0"/>
          <a:stretch/>
        </p:blipFill>
        <p:spPr>
          <a:xfrm>
            <a:off x="228600" y="1072750"/>
            <a:ext cx="4035125" cy="3228475"/>
          </a:xfrm>
          <a:prstGeom prst="rect">
            <a:avLst/>
          </a:prstGeom>
          <a:noFill/>
          <a:ln cap="flat" cmpd="sng" w="28575">
            <a:solidFill>
              <a:schemeClr val="accent2"/>
            </a:solidFill>
            <a:prstDash val="solid"/>
            <a:round/>
            <a:headEnd len="sm" w="sm" type="none"/>
            <a:tailEnd len="sm" w="sm" type="none"/>
          </a:ln>
        </p:spPr>
      </p:pic>
      <p:pic>
        <p:nvPicPr>
          <p:cNvPr id="484" name="Google Shape;484;p83"/>
          <p:cNvPicPr preferRelativeResize="0"/>
          <p:nvPr/>
        </p:nvPicPr>
        <p:blipFill rotWithShape="1">
          <a:blip r:embed="rId4">
            <a:alphaModFix/>
          </a:blip>
          <a:srcRect b="0" l="0" r="7433" t="0"/>
          <a:stretch/>
        </p:blipFill>
        <p:spPr>
          <a:xfrm>
            <a:off x="4407501" y="1072750"/>
            <a:ext cx="4376225" cy="3228475"/>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8" name="Shape 488"/>
        <p:cNvGrpSpPr/>
        <p:nvPr/>
      </p:nvGrpSpPr>
      <p:grpSpPr>
        <a:xfrm>
          <a:off x="0" y="0"/>
          <a:ext cx="0" cy="0"/>
          <a:chOff x="0" y="0"/>
          <a:chExt cx="0" cy="0"/>
        </a:xfrm>
      </p:grpSpPr>
      <p:sp>
        <p:nvSpPr>
          <p:cNvPr id="489" name="Google Shape;489;p84"/>
          <p:cNvSpPr txBox="1"/>
          <p:nvPr>
            <p:ph type="title"/>
          </p:nvPr>
        </p:nvSpPr>
        <p:spPr>
          <a:xfrm>
            <a:off x="1857825" y="342900"/>
            <a:ext cx="72861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000000"/>
              </a:buClr>
              <a:buSzPts val="2000"/>
              <a:buFont typeface="Arial"/>
              <a:buNone/>
            </a:pPr>
            <a:r>
              <a:rPr lang="en" sz="2600"/>
              <a:t>Scope of data used by TAI:Reports</a:t>
            </a:r>
            <a:endParaRPr sz="2600"/>
          </a:p>
        </p:txBody>
      </p:sp>
      <p:pic>
        <p:nvPicPr>
          <p:cNvPr id="490" name="Google Shape;490;p84"/>
          <p:cNvPicPr preferRelativeResize="0"/>
          <p:nvPr/>
        </p:nvPicPr>
        <p:blipFill>
          <a:blip r:embed="rId3">
            <a:alphaModFix/>
          </a:blip>
          <a:stretch>
            <a:fillRect/>
          </a:stretch>
        </p:blipFill>
        <p:spPr>
          <a:xfrm>
            <a:off x="87725" y="60275"/>
            <a:ext cx="1278900" cy="5016251"/>
          </a:xfrm>
          <a:prstGeom prst="rect">
            <a:avLst/>
          </a:prstGeom>
          <a:noFill/>
          <a:ln cap="flat" cmpd="sng" w="28575">
            <a:solidFill>
              <a:schemeClr val="accent1"/>
            </a:solidFill>
            <a:prstDash val="solid"/>
            <a:round/>
            <a:headEnd len="sm" w="sm" type="none"/>
            <a:tailEnd len="sm" w="sm" type="none"/>
          </a:ln>
        </p:spPr>
      </p:pic>
      <p:pic>
        <p:nvPicPr>
          <p:cNvPr id="491" name="Google Shape;491;p84"/>
          <p:cNvPicPr preferRelativeResize="0"/>
          <p:nvPr/>
        </p:nvPicPr>
        <p:blipFill>
          <a:blip r:embed="rId4">
            <a:alphaModFix/>
          </a:blip>
          <a:stretch>
            <a:fillRect/>
          </a:stretch>
        </p:blipFill>
        <p:spPr>
          <a:xfrm>
            <a:off x="1857825" y="877500"/>
            <a:ext cx="3297548" cy="3923099"/>
          </a:xfrm>
          <a:prstGeom prst="rect">
            <a:avLst/>
          </a:prstGeom>
          <a:noFill/>
          <a:ln cap="flat" cmpd="sng" w="28575">
            <a:solidFill>
              <a:schemeClr val="accent2"/>
            </a:solidFill>
            <a:prstDash val="solid"/>
            <a:round/>
            <a:headEnd len="sm" w="sm" type="none"/>
            <a:tailEnd len="sm" w="sm" type="none"/>
          </a:ln>
        </p:spPr>
      </p:pic>
      <p:pic>
        <p:nvPicPr>
          <p:cNvPr id="492" name="Google Shape;492;p84"/>
          <p:cNvPicPr preferRelativeResize="0"/>
          <p:nvPr/>
        </p:nvPicPr>
        <p:blipFill>
          <a:blip r:embed="rId5">
            <a:alphaModFix/>
          </a:blip>
          <a:stretch>
            <a:fillRect/>
          </a:stretch>
        </p:blipFill>
        <p:spPr>
          <a:xfrm>
            <a:off x="5431973" y="877500"/>
            <a:ext cx="3287761" cy="3923098"/>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6" name="Shape 496"/>
        <p:cNvGrpSpPr/>
        <p:nvPr/>
      </p:nvGrpSpPr>
      <p:grpSpPr>
        <a:xfrm>
          <a:off x="0" y="0"/>
          <a:ext cx="0" cy="0"/>
          <a:chOff x="0" y="0"/>
          <a:chExt cx="0" cy="0"/>
        </a:xfrm>
      </p:grpSpPr>
      <p:sp>
        <p:nvSpPr>
          <p:cNvPr id="497" name="Google Shape;497;p85"/>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Where to go for:</a:t>
            </a:r>
            <a:endParaRPr sz="2600"/>
          </a:p>
        </p:txBody>
      </p:sp>
      <p:sp>
        <p:nvSpPr>
          <p:cNvPr id="498" name="Google Shape;498;p85"/>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Training: Kyriba Elevate TAI course: </a:t>
            </a:r>
            <a:r>
              <a:rPr lang="en" u="sng">
                <a:solidFill>
                  <a:srgbClr val="247094"/>
                </a:solidFill>
                <a:hlinkClick r:id="rId3">
                  <a:extLst>
                    <a:ext uri="{A12FA001-AC4F-418D-AE19-62706E023703}">
                      <ahyp:hlinkClr val="tx"/>
                    </a:ext>
                  </a:extLst>
                </a:hlinkClick>
              </a:rPr>
              <a:t>Optimizing TAI</a:t>
            </a:r>
            <a:endParaRPr sz="1500">
              <a:solidFill>
                <a:srgbClr val="3D85C6"/>
              </a:solidFill>
            </a:endParaRPr>
          </a:p>
          <a:p>
            <a:pPr indent="0" lvl="0" marL="0" rtl="0" algn="l">
              <a:lnSpc>
                <a:spcPct val="115000"/>
              </a:lnSpc>
              <a:spcBef>
                <a:spcPts val="0"/>
              </a:spcBef>
              <a:spcAft>
                <a:spcPts val="0"/>
              </a:spcAft>
              <a:buNone/>
            </a:pPr>
            <a:r>
              <a:t/>
            </a:r>
            <a:endParaRPr>
              <a:solidFill>
                <a:srgbClr val="3D85C6"/>
              </a:solidFill>
            </a:endParaRPr>
          </a:p>
          <a:p>
            <a:pPr indent="-311150" lvl="0" marL="457200" rtl="0" algn="l">
              <a:lnSpc>
                <a:spcPct val="115000"/>
              </a:lnSpc>
              <a:spcBef>
                <a:spcPts val="0"/>
              </a:spcBef>
              <a:spcAft>
                <a:spcPts val="0"/>
              </a:spcAft>
              <a:buSzPts val="1300"/>
              <a:buChar char="●"/>
            </a:pPr>
            <a:r>
              <a:rPr lang="en"/>
              <a:t>Deeper information: </a:t>
            </a:r>
            <a:endParaRPr/>
          </a:p>
          <a:p>
            <a:pPr indent="-298450" lvl="1" marL="914400" rtl="0" algn="l">
              <a:lnSpc>
                <a:spcPct val="115000"/>
              </a:lnSpc>
              <a:spcBef>
                <a:spcPts val="0"/>
              </a:spcBef>
              <a:spcAft>
                <a:spcPts val="0"/>
              </a:spcAft>
              <a:buSzPts val="1100"/>
              <a:buChar char="○"/>
            </a:pPr>
            <a:r>
              <a:rPr lang="en" sz="1100"/>
              <a:t>A Practical Guide for Treasury and Finance: How AI Agents Work - expected to be published on the 15th November</a:t>
            </a:r>
            <a:endParaRPr sz="1100"/>
          </a:p>
          <a:p>
            <a:pPr indent="-298450" lvl="1" marL="914400" rtl="0" algn="l">
              <a:lnSpc>
                <a:spcPct val="115000"/>
              </a:lnSpc>
              <a:spcBef>
                <a:spcPts val="0"/>
              </a:spcBef>
              <a:spcAft>
                <a:spcPts val="0"/>
              </a:spcAft>
              <a:buSzPts val="1100"/>
              <a:buChar char="○"/>
            </a:pPr>
            <a:r>
              <a:rPr lang="en" sz="1100"/>
              <a:t>TAI Release note </a:t>
            </a:r>
            <a:endParaRPr sz="1100"/>
          </a:p>
          <a:p>
            <a:pPr indent="-298450" lvl="1" marL="914400" rtl="0" algn="l">
              <a:lnSpc>
                <a:spcPct val="115000"/>
              </a:lnSpc>
              <a:spcBef>
                <a:spcPts val="0"/>
              </a:spcBef>
              <a:spcAft>
                <a:spcPts val="0"/>
              </a:spcAft>
              <a:buSzPts val="1100"/>
              <a:buChar char="○"/>
            </a:pPr>
            <a:r>
              <a:rPr lang="en" sz="1100"/>
              <a:t>TAI Online help</a:t>
            </a:r>
            <a:endParaRPr sz="1100"/>
          </a:p>
          <a:p>
            <a:pPr indent="-298450" lvl="1" marL="914400" rtl="0" algn="l">
              <a:spcBef>
                <a:spcPts val="0"/>
              </a:spcBef>
              <a:spcAft>
                <a:spcPts val="0"/>
              </a:spcAft>
              <a:buSzPts val="1100"/>
              <a:buChar char="○"/>
            </a:pPr>
            <a:r>
              <a:rPr lang="en" sz="1100" u="sng">
                <a:solidFill>
                  <a:srgbClr val="247094"/>
                </a:solidFill>
                <a:hlinkClick r:id="rId4">
                  <a:extLst>
                    <a:ext uri="{A12FA001-AC4F-418D-AE19-62706E023703}">
                      <ahyp:hlinkClr val="tx"/>
                    </a:ext>
                  </a:extLst>
                </a:hlinkClick>
              </a:rPr>
              <a:t>Kyriba developer portal</a:t>
            </a:r>
            <a:r>
              <a:rPr lang="en" sz="1100"/>
              <a:t> for APIs </a:t>
            </a:r>
            <a:endParaRPr sz="1100"/>
          </a:p>
          <a:p>
            <a:pPr indent="-298450" lvl="1" marL="914400" rtl="0" algn="l">
              <a:lnSpc>
                <a:spcPct val="115000"/>
              </a:lnSpc>
              <a:spcBef>
                <a:spcPts val="0"/>
              </a:spcBef>
              <a:spcAft>
                <a:spcPts val="0"/>
              </a:spcAft>
              <a:buSzPts val="1100"/>
              <a:buChar char="○"/>
            </a:pPr>
            <a:r>
              <a:rPr lang="en" sz="1100"/>
              <a:t>Ask TAI/Dust/Google about AI, MCP</a:t>
            </a:r>
            <a:endParaRPr sz="1100"/>
          </a:p>
          <a:p>
            <a:pPr indent="0" lvl="0" marL="0" rtl="0" algn="l">
              <a:lnSpc>
                <a:spcPct val="115000"/>
              </a:lnSpc>
              <a:spcBef>
                <a:spcPts val="0"/>
              </a:spcBef>
              <a:spcAft>
                <a:spcPts val="0"/>
              </a:spcAft>
              <a:buNone/>
            </a:pPr>
            <a:r>
              <a:t/>
            </a:r>
            <a:endParaRPr>
              <a:solidFill>
                <a:srgbClr val="247094"/>
              </a:solidFill>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502" name="Shape 502"/>
        <p:cNvGrpSpPr/>
        <p:nvPr/>
      </p:nvGrpSpPr>
      <p:grpSpPr>
        <a:xfrm>
          <a:off x="0" y="0"/>
          <a:ext cx="0" cy="0"/>
          <a:chOff x="0" y="0"/>
          <a:chExt cx="0" cy="0"/>
        </a:xfrm>
      </p:grpSpPr>
      <p:sp>
        <p:nvSpPr>
          <p:cNvPr id="503" name="Google Shape;503;p86"/>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Follow-up points</a:t>
            </a:r>
            <a:endParaRPr/>
          </a:p>
        </p:txBody>
      </p:sp>
      <p:sp>
        <p:nvSpPr>
          <p:cNvPr id="504" name="Google Shape;504;p86"/>
          <p:cNvSpPr txBox="1"/>
          <p:nvPr/>
        </p:nvSpPr>
        <p:spPr>
          <a:xfrm>
            <a:off x="6014950" y="4078675"/>
            <a:ext cx="28605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DM Sans"/>
                <a:ea typeface="DM Sans"/>
                <a:cs typeface="DM Sans"/>
                <a:sym typeface="DM Sans"/>
              </a:rPr>
              <a:t>João Pedro Almeida</a:t>
            </a:r>
            <a:endParaRPr sz="1300">
              <a:solidFill>
                <a:schemeClr val="dk1"/>
              </a:solidFill>
              <a:latin typeface="DM Sans"/>
              <a:ea typeface="DM Sans"/>
              <a:cs typeface="DM Sans"/>
              <a:sym typeface="DM Sans"/>
            </a:endParaRPr>
          </a:p>
          <a:p>
            <a:pPr indent="0" lvl="0" marL="0" rtl="0" algn="ctr">
              <a:spcBef>
                <a:spcPts val="0"/>
              </a:spcBef>
              <a:spcAft>
                <a:spcPts val="0"/>
              </a:spcAft>
              <a:buNone/>
            </a:pPr>
            <a:r>
              <a:rPr lang="en" sz="1300">
                <a:solidFill>
                  <a:schemeClr val="dk1"/>
                </a:solidFill>
                <a:latin typeface="DM Sans"/>
                <a:ea typeface="DM Sans"/>
                <a:cs typeface="DM Sans"/>
                <a:sym typeface="DM Sans"/>
              </a:rPr>
              <a:t>Manager, Northern Europe and Germany - Client Support EMEA</a:t>
            </a:r>
            <a:endParaRPr/>
          </a:p>
        </p:txBody>
      </p:sp>
      <p:pic>
        <p:nvPicPr>
          <p:cNvPr id="505" name="Google Shape;505;p86"/>
          <p:cNvPicPr preferRelativeResize="0"/>
          <p:nvPr/>
        </p:nvPicPr>
        <p:blipFill>
          <a:blip r:embed="rId3">
            <a:alphaModFix/>
          </a:blip>
          <a:stretch>
            <a:fillRect/>
          </a:stretch>
        </p:blipFill>
        <p:spPr>
          <a:xfrm>
            <a:off x="6874912" y="2996625"/>
            <a:ext cx="1140574" cy="1140574"/>
          </a:xfrm>
          <a:prstGeom prst="rect">
            <a:avLst/>
          </a:prstGeom>
          <a:noFill/>
          <a:ln>
            <a:noFill/>
          </a:ln>
        </p:spPr>
      </p:pic>
      <p:sp>
        <p:nvSpPr>
          <p:cNvPr id="506" name="Google Shape;506;p86"/>
          <p:cNvSpPr txBox="1"/>
          <p:nvPr>
            <p:ph idx="4294967295" type="body"/>
          </p:nvPr>
        </p:nvSpPr>
        <p:spPr>
          <a:xfrm>
            <a:off x="173550" y="2483300"/>
            <a:ext cx="8595900" cy="21915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Hope to run a follow up Q&amp;A session after TAI is live to collect experiences and answer questions</a:t>
            </a:r>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0" name="Shape 510"/>
        <p:cNvGrpSpPr/>
        <p:nvPr/>
      </p:nvGrpSpPr>
      <p:grpSpPr>
        <a:xfrm>
          <a:off x="0" y="0"/>
          <a:ext cx="0" cy="0"/>
          <a:chOff x="0" y="0"/>
          <a:chExt cx="0" cy="0"/>
        </a:xfrm>
      </p:grpSpPr>
      <p:sp>
        <p:nvSpPr>
          <p:cNvPr id="511" name="Google Shape;511;p87"/>
          <p:cNvSpPr txBox="1"/>
          <p:nvPr>
            <p:ph type="title"/>
          </p:nvPr>
        </p:nvSpPr>
        <p:spPr>
          <a:xfrm>
            <a:off x="228600" y="342900"/>
            <a:ext cx="78345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Support</a:t>
            </a:r>
            <a:r>
              <a:rPr lang="en" sz="2600"/>
              <a:t>: TAI 1-Pager</a:t>
            </a:r>
            <a:endParaRPr sz="2600"/>
          </a:p>
        </p:txBody>
      </p:sp>
      <p:sp>
        <p:nvSpPr>
          <p:cNvPr id="512" name="Google Shape;512;p87"/>
          <p:cNvSpPr txBox="1"/>
          <p:nvPr>
            <p:ph idx="1" type="body"/>
          </p:nvPr>
        </p:nvSpPr>
        <p:spPr>
          <a:xfrm>
            <a:off x="228600" y="915600"/>
            <a:ext cx="4278300" cy="37563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Clr>
                <a:schemeClr val="hlink"/>
              </a:buClr>
              <a:buSzPts val="1100"/>
              <a:buFont typeface="Arial"/>
              <a:buNone/>
            </a:pPr>
            <a:r>
              <a:rPr b="1" lang="en"/>
              <a:t>Interface demo </a:t>
            </a:r>
            <a:r>
              <a:rPr lang="en" sz="1000"/>
              <a:t>(what can I see there)</a:t>
            </a:r>
            <a:endParaRPr sz="1000"/>
          </a:p>
          <a:p>
            <a:pPr indent="-298450" lvl="0" marL="457200" rtl="0" algn="l">
              <a:spcBef>
                <a:spcPts val="0"/>
              </a:spcBef>
              <a:spcAft>
                <a:spcPts val="0"/>
              </a:spcAft>
              <a:buSzPts val="1100"/>
              <a:buChar char="●"/>
            </a:pPr>
            <a:r>
              <a:rPr lang="en" sz="1100"/>
              <a:t>Navigation, conversations &amp; limitations, context &amp; clearing, charting, reasoning</a:t>
            </a:r>
            <a:endParaRPr sz="1100"/>
          </a:p>
          <a:p>
            <a:pPr indent="-298450" lvl="0" marL="457200" rtl="0" algn="l">
              <a:spcBef>
                <a:spcPts val="0"/>
              </a:spcBef>
              <a:spcAft>
                <a:spcPts val="0"/>
              </a:spcAft>
              <a:buSzPts val="1100"/>
              <a:buChar char="●"/>
            </a:pPr>
            <a:r>
              <a:rPr lang="en" sz="1100"/>
              <a:t>Help agent, How units work, clearing cache trick</a:t>
            </a:r>
            <a:endParaRPr sz="1100"/>
          </a:p>
          <a:p>
            <a:pPr indent="0" lvl="0" marL="0" rtl="0" algn="l">
              <a:spcBef>
                <a:spcPts val="1000"/>
              </a:spcBef>
              <a:spcAft>
                <a:spcPts val="0"/>
              </a:spcAft>
              <a:buClr>
                <a:schemeClr val="hlink"/>
              </a:buClr>
              <a:buSzPts val="1100"/>
              <a:buFont typeface="Arial"/>
              <a:buNone/>
            </a:pPr>
            <a:r>
              <a:t/>
            </a:r>
            <a:endParaRPr b="1"/>
          </a:p>
          <a:p>
            <a:pPr indent="0" lvl="0" marL="0" rtl="0" algn="l">
              <a:spcBef>
                <a:spcPts val="1000"/>
              </a:spcBef>
              <a:spcAft>
                <a:spcPts val="0"/>
              </a:spcAft>
              <a:buClr>
                <a:schemeClr val="hlink"/>
              </a:buClr>
              <a:buSzPts val="1100"/>
              <a:buFont typeface="Arial"/>
              <a:buNone/>
            </a:pPr>
            <a:r>
              <a:rPr b="1" lang="en"/>
              <a:t>Scope of data used by TAI</a:t>
            </a:r>
            <a:endParaRPr b="1"/>
          </a:p>
          <a:p>
            <a:pPr indent="-298450" lvl="0" marL="457200" rtl="0" algn="l">
              <a:spcBef>
                <a:spcPts val="0"/>
              </a:spcBef>
              <a:spcAft>
                <a:spcPts val="0"/>
              </a:spcAft>
              <a:buSzPts val="1100"/>
              <a:buChar char="●"/>
            </a:pPr>
            <a:r>
              <a:rPr lang="en" sz="1100"/>
              <a:t>Treasury agent: MCP &amp; reports</a:t>
            </a:r>
            <a:endParaRPr sz="1100"/>
          </a:p>
          <a:p>
            <a:pPr indent="-171450" lvl="1" marL="628650" rtl="0" algn="l">
              <a:spcBef>
                <a:spcPts val="0"/>
              </a:spcBef>
              <a:spcAft>
                <a:spcPts val="0"/>
              </a:spcAft>
              <a:buSzPts val="900"/>
              <a:buChar char="○"/>
            </a:pPr>
            <a:r>
              <a:rPr lang="en"/>
              <a:t>How to setup reports for TAI - descriptions and TAI</a:t>
            </a:r>
            <a:endParaRPr/>
          </a:p>
          <a:p>
            <a:pPr indent="-298450" lvl="0" marL="457200" rtl="0" algn="l">
              <a:spcBef>
                <a:spcPts val="0"/>
              </a:spcBef>
              <a:spcAft>
                <a:spcPts val="0"/>
              </a:spcAft>
              <a:buSzPts val="1100"/>
              <a:buChar char="●"/>
            </a:pPr>
            <a:r>
              <a:rPr lang="en" sz="1100"/>
              <a:t>Help agent: Online help</a:t>
            </a:r>
            <a:endParaRPr sz="1100"/>
          </a:p>
          <a:p>
            <a:pPr indent="0" lvl="0" marL="0" rtl="0" algn="l">
              <a:lnSpc>
                <a:spcPct val="115000"/>
              </a:lnSpc>
              <a:spcBef>
                <a:spcPts val="1000"/>
              </a:spcBef>
              <a:spcAft>
                <a:spcPts val="0"/>
              </a:spcAft>
              <a:buClr>
                <a:schemeClr val="hlink"/>
              </a:buClr>
              <a:buSzPts val="1100"/>
              <a:buFont typeface="Arial"/>
              <a:buNone/>
            </a:pPr>
            <a:r>
              <a:t/>
            </a:r>
            <a:endParaRPr b="1"/>
          </a:p>
          <a:p>
            <a:pPr indent="0" lvl="0" marL="0" rtl="0" algn="l">
              <a:lnSpc>
                <a:spcPct val="115000"/>
              </a:lnSpc>
              <a:spcBef>
                <a:spcPts val="1000"/>
              </a:spcBef>
              <a:spcAft>
                <a:spcPts val="0"/>
              </a:spcAft>
              <a:buClr>
                <a:schemeClr val="hlink"/>
              </a:buClr>
              <a:buSzPts val="1100"/>
              <a:buFont typeface="Arial"/>
              <a:buNone/>
            </a:pPr>
            <a:r>
              <a:rPr b="1" lang="en"/>
              <a:t>Activation:</a:t>
            </a:r>
            <a:endParaRPr b="1"/>
          </a:p>
          <a:p>
            <a:pPr indent="-298450" lvl="0" marL="457200" rtl="0" algn="l">
              <a:spcBef>
                <a:spcPts val="0"/>
              </a:spcBef>
              <a:spcAft>
                <a:spcPts val="0"/>
              </a:spcAft>
              <a:buSzPts val="1100"/>
              <a:buChar char="●"/>
            </a:pPr>
            <a:r>
              <a:rPr lang="en" sz="1100"/>
              <a:t>How does TAI get data?</a:t>
            </a:r>
            <a:endParaRPr sz="1100"/>
          </a:p>
          <a:p>
            <a:pPr indent="-298450" lvl="0" marL="457200" rtl="0" algn="l">
              <a:spcBef>
                <a:spcPts val="0"/>
              </a:spcBef>
              <a:spcAft>
                <a:spcPts val="0"/>
              </a:spcAft>
              <a:buSzPts val="1100"/>
              <a:buChar char="●"/>
            </a:pPr>
            <a:r>
              <a:rPr lang="en" sz="1100"/>
              <a:t>How to enable TAI: </a:t>
            </a:r>
            <a:r>
              <a:rPr lang="en" sz="1100" u="sng">
                <a:solidFill>
                  <a:srgbClr val="247094"/>
                </a:solidFill>
                <a:latin typeface="Arial"/>
                <a:ea typeface="Arial"/>
                <a:cs typeface="Arial"/>
                <a:sym typeface="Arial"/>
                <a:hlinkClick r:id="rId3">
                  <a:extLst>
                    <a:ext uri="{A12FA001-AC4F-418D-AE19-62706E023703}">
                      <ahyp:hlinkClr val="tx"/>
                    </a:ext>
                  </a:extLst>
                </a:hlinkClick>
              </a:rPr>
              <a:t>TAI - Agentic AI - Handbook</a:t>
            </a:r>
            <a:endParaRPr sz="1100">
              <a:solidFill>
                <a:srgbClr val="247094"/>
              </a:solidFill>
            </a:endParaRPr>
          </a:p>
          <a:p>
            <a:pPr indent="-298450" lvl="0" marL="457200" rtl="0" algn="l">
              <a:spcBef>
                <a:spcPts val="0"/>
              </a:spcBef>
              <a:spcAft>
                <a:spcPts val="0"/>
              </a:spcAft>
              <a:buSzPts val="1100"/>
              <a:buChar char="●"/>
            </a:pPr>
            <a:r>
              <a:rPr lang="en" sz="1100"/>
              <a:t>Describing reports fully</a:t>
            </a:r>
            <a:endParaRPr sz="1100"/>
          </a:p>
          <a:p>
            <a:pPr indent="0" lvl="0" marL="0" rtl="0" algn="l">
              <a:spcBef>
                <a:spcPts val="0"/>
              </a:spcBef>
              <a:spcAft>
                <a:spcPts val="1200"/>
              </a:spcAft>
              <a:buNone/>
            </a:pPr>
            <a:r>
              <a:t/>
            </a:r>
            <a:endParaRPr sz="1100"/>
          </a:p>
        </p:txBody>
      </p:sp>
      <p:sp>
        <p:nvSpPr>
          <p:cNvPr id="513" name="Google Shape;513;p87"/>
          <p:cNvSpPr txBox="1"/>
          <p:nvPr>
            <p:ph idx="1" type="body"/>
          </p:nvPr>
        </p:nvSpPr>
        <p:spPr>
          <a:xfrm>
            <a:off x="4506900" y="915600"/>
            <a:ext cx="4556700" cy="37563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a:t>Managing customer expectations</a:t>
            </a:r>
            <a:endParaRPr b="1"/>
          </a:p>
          <a:p>
            <a:pPr indent="-298450" lvl="0" marL="457200" rtl="0" algn="l">
              <a:spcBef>
                <a:spcPts val="0"/>
              </a:spcBef>
              <a:spcAft>
                <a:spcPts val="0"/>
              </a:spcAft>
              <a:buSzPts val="1100"/>
              <a:buChar char="●"/>
            </a:pPr>
            <a:r>
              <a:rPr lang="en" sz="1100"/>
              <a:t>Provide customers with:</a:t>
            </a:r>
            <a:r>
              <a:rPr lang="en"/>
              <a:t> </a:t>
            </a:r>
            <a:r>
              <a:rPr lang="en" sz="1100" u="sng">
                <a:solidFill>
                  <a:srgbClr val="247094"/>
                </a:solidFill>
                <a:hlinkClick r:id="rId4">
                  <a:extLst>
                    <a:ext uri="{A12FA001-AC4F-418D-AE19-62706E023703}">
                      <ahyp:hlinkClr val="tx"/>
                    </a:ext>
                  </a:extLst>
                </a:hlinkClick>
              </a:rPr>
              <a:t>Factsheet TAI Capabilities</a:t>
            </a:r>
            <a:endParaRPr sz="1100">
              <a:solidFill>
                <a:srgbClr val="247094"/>
              </a:solidFill>
            </a:endParaRPr>
          </a:p>
          <a:p>
            <a:pPr indent="-298450" lvl="0" marL="457200" marR="0" rtl="0" algn="l">
              <a:lnSpc>
                <a:spcPct val="115000"/>
              </a:lnSpc>
              <a:spcBef>
                <a:spcPts val="0"/>
              </a:spcBef>
              <a:spcAft>
                <a:spcPts val="0"/>
              </a:spcAft>
              <a:buSzPts val="1100"/>
              <a:buChar char="●"/>
            </a:pPr>
            <a:r>
              <a:rPr lang="en" sz="1100"/>
              <a:t>Limitations: Read not yet write. API list will expand. More documentation and agent building will be added.</a:t>
            </a:r>
            <a:endParaRPr sz="1100"/>
          </a:p>
          <a:p>
            <a:pPr indent="-298450" lvl="0" marL="457200" marR="0" rtl="0" algn="l">
              <a:lnSpc>
                <a:spcPct val="115000"/>
              </a:lnSpc>
              <a:spcBef>
                <a:spcPts val="0"/>
              </a:spcBef>
              <a:spcAft>
                <a:spcPts val="0"/>
              </a:spcAft>
              <a:buSzPts val="1100"/>
              <a:buChar char="●"/>
            </a:pPr>
            <a:r>
              <a:rPr lang="en" sz="1100"/>
              <a:t>Units not the same as questions</a:t>
            </a:r>
            <a:endParaRPr sz="1100"/>
          </a:p>
          <a:p>
            <a:pPr indent="-298450" lvl="0" marL="457200" marR="0" rtl="0" algn="l">
              <a:lnSpc>
                <a:spcPct val="115000"/>
              </a:lnSpc>
              <a:spcBef>
                <a:spcPts val="0"/>
              </a:spcBef>
              <a:spcAft>
                <a:spcPts val="0"/>
              </a:spcAft>
              <a:buSzPts val="1100"/>
              <a:buChar char="●"/>
            </a:pPr>
            <a:r>
              <a:rPr lang="en" sz="1100"/>
              <a:t>TAI limited to the user permissions</a:t>
            </a:r>
            <a:endParaRPr sz="1100"/>
          </a:p>
          <a:p>
            <a:pPr indent="0" lvl="0" marL="0" rtl="0" algn="l">
              <a:spcBef>
                <a:spcPts val="1200"/>
              </a:spcBef>
              <a:spcAft>
                <a:spcPts val="0"/>
              </a:spcAft>
              <a:buNone/>
            </a:pPr>
            <a:r>
              <a:t/>
            </a:r>
            <a:endParaRPr b="1"/>
          </a:p>
          <a:p>
            <a:pPr indent="0" lvl="0" marL="0" rtl="0" algn="l">
              <a:spcBef>
                <a:spcPts val="1000"/>
              </a:spcBef>
              <a:spcAft>
                <a:spcPts val="0"/>
              </a:spcAft>
              <a:buNone/>
            </a:pPr>
            <a:r>
              <a:rPr b="1" lang="en"/>
              <a:t>Where to go for:</a:t>
            </a:r>
            <a:endParaRPr b="1"/>
          </a:p>
          <a:p>
            <a:pPr indent="-298450" lvl="0" marL="457200" rtl="0" algn="l">
              <a:spcBef>
                <a:spcPts val="0"/>
              </a:spcBef>
              <a:spcAft>
                <a:spcPts val="0"/>
              </a:spcAft>
              <a:buSzPts val="1100"/>
              <a:buChar char="●"/>
            </a:pPr>
            <a:r>
              <a:rPr lang="en" sz="1100"/>
              <a:t>Training: </a:t>
            </a:r>
            <a:r>
              <a:rPr lang="en" sz="1100"/>
              <a:t>Kyriba Elevate TAI course: </a:t>
            </a:r>
            <a:r>
              <a:rPr lang="en" sz="1100" u="sng">
                <a:solidFill>
                  <a:srgbClr val="247094"/>
                </a:solidFill>
                <a:hlinkClick r:id="rId5">
                  <a:extLst>
                    <a:ext uri="{A12FA001-AC4F-418D-AE19-62706E023703}">
                      <ahyp:hlinkClr val="tx"/>
                    </a:ext>
                  </a:extLst>
                </a:hlinkClick>
              </a:rPr>
              <a:t>Optimizing TAI</a:t>
            </a:r>
            <a:endParaRPr sz="1100">
              <a:solidFill>
                <a:srgbClr val="247094"/>
              </a:solidFill>
              <a:highlight>
                <a:srgbClr val="FF9900"/>
              </a:highlight>
            </a:endParaRPr>
          </a:p>
          <a:p>
            <a:pPr indent="-298450" lvl="0" marL="457200" rtl="0" algn="l">
              <a:spcBef>
                <a:spcPts val="0"/>
              </a:spcBef>
              <a:spcAft>
                <a:spcPts val="0"/>
              </a:spcAft>
              <a:buSzPts val="1100"/>
              <a:buChar char="●"/>
            </a:pPr>
            <a:r>
              <a:rPr lang="en" sz="1100"/>
              <a:t>Deeper information: </a:t>
            </a:r>
            <a:endParaRPr sz="1100"/>
          </a:p>
          <a:p>
            <a:pPr indent="-171450" lvl="1" marL="628650" rtl="0" algn="l">
              <a:spcBef>
                <a:spcPts val="0"/>
              </a:spcBef>
              <a:spcAft>
                <a:spcPts val="0"/>
              </a:spcAft>
              <a:buSzPts val="900"/>
              <a:buChar char="○"/>
            </a:pPr>
            <a:r>
              <a:rPr lang="en"/>
              <a:t>A Practical Guide for Treasury and Finance: How AI Agents Work</a:t>
            </a:r>
            <a:endParaRPr/>
          </a:p>
          <a:p>
            <a:pPr indent="-171450" lvl="1" marL="628650" rtl="0" algn="l">
              <a:spcBef>
                <a:spcPts val="0"/>
              </a:spcBef>
              <a:spcAft>
                <a:spcPts val="0"/>
              </a:spcAft>
              <a:buSzPts val="900"/>
              <a:buChar char="○"/>
            </a:pPr>
            <a:r>
              <a:rPr lang="en"/>
              <a:t>Release note &amp; Online help</a:t>
            </a:r>
            <a:endParaRPr/>
          </a:p>
          <a:p>
            <a:pPr indent="-171450" lvl="1" marL="628650" rtl="0" algn="l">
              <a:spcBef>
                <a:spcPts val="0"/>
              </a:spcBef>
              <a:spcAft>
                <a:spcPts val="0"/>
              </a:spcAft>
              <a:buSzPts val="900"/>
              <a:buChar char="○"/>
            </a:pPr>
            <a:r>
              <a:rPr lang="en" u="sng">
                <a:solidFill>
                  <a:srgbClr val="247094"/>
                </a:solidFill>
                <a:hlinkClick r:id="rId6">
                  <a:extLst>
                    <a:ext uri="{A12FA001-AC4F-418D-AE19-62706E023703}">
                      <ahyp:hlinkClr val="tx"/>
                    </a:ext>
                  </a:extLst>
                </a:hlinkClick>
              </a:rPr>
              <a:t>Kyriba developer portal</a:t>
            </a:r>
            <a:r>
              <a:rPr lang="en"/>
              <a:t> for APIs </a:t>
            </a:r>
            <a:endParaRPr/>
          </a:p>
          <a:p>
            <a:pPr indent="-298450" lvl="0" marL="457200" rtl="0" algn="l">
              <a:spcBef>
                <a:spcPts val="0"/>
              </a:spcBef>
              <a:spcAft>
                <a:spcPts val="0"/>
              </a:spcAft>
              <a:buSzPts val="1100"/>
              <a:buChar char="●"/>
            </a:pPr>
            <a:r>
              <a:rPr lang="en" sz="1100"/>
              <a:t>Feedback: </a:t>
            </a:r>
            <a:r>
              <a:rPr lang="en" sz="1100" u="sng">
                <a:solidFill>
                  <a:srgbClr val="247094"/>
                </a:solidFill>
                <a:latin typeface="Arial"/>
                <a:ea typeface="Arial"/>
                <a:cs typeface="Arial"/>
                <a:sym typeface="Arial"/>
                <a:hlinkClick r:id="rId7">
                  <a:extLst>
                    <a:ext uri="{A12FA001-AC4F-418D-AE19-62706E023703}">
                      <ahyp:hlinkClr val="tx"/>
                    </a:ext>
                  </a:extLst>
                </a:hlinkClick>
              </a:rPr>
              <a:t>#TAI-Feedback</a:t>
            </a:r>
            <a:endParaRPr/>
          </a:p>
          <a:p>
            <a:pPr indent="-298450" lvl="0" marL="457200" rtl="0" algn="l">
              <a:spcBef>
                <a:spcPts val="0"/>
              </a:spcBef>
              <a:spcAft>
                <a:spcPts val="0"/>
              </a:spcAft>
              <a:buSzPts val="1100"/>
              <a:buChar char="●"/>
            </a:pPr>
            <a:r>
              <a:rPr lang="en" sz="1100"/>
              <a:t>Support queries: JIRA escalation process</a:t>
            </a:r>
            <a:endParaRPr sz="1100"/>
          </a:p>
          <a:p>
            <a:pPr indent="-298450" lvl="0" marL="457200" rtl="0" algn="l">
              <a:spcBef>
                <a:spcPts val="0"/>
              </a:spcBef>
              <a:spcAft>
                <a:spcPts val="0"/>
              </a:spcAft>
              <a:buSzPts val="1100"/>
              <a:buChar char="●"/>
            </a:pPr>
            <a:r>
              <a:rPr lang="en" sz="1100"/>
              <a:t>Inter-support general discussion: </a:t>
            </a:r>
            <a:r>
              <a:rPr lang="en" sz="1100" u="sng">
                <a:solidFill>
                  <a:srgbClr val="247094"/>
                </a:solidFill>
                <a:hlinkClick r:id="rId8">
                  <a:extLst>
                    <a:ext uri="{A12FA001-AC4F-418D-AE19-62706E023703}">
                      <ahyp:hlinkClr val="tx"/>
                    </a:ext>
                  </a:extLst>
                </a:hlinkClick>
              </a:rPr>
              <a:t>#TAI-Support</a:t>
            </a:r>
            <a:r>
              <a:rPr lang="en" sz="1100" u="sng">
                <a:solidFill>
                  <a:schemeClr val="hlink"/>
                </a:solidFill>
                <a:hlinkClick r:id="rId9"/>
              </a:rPr>
              <a:t> </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7" name="Shape 517"/>
        <p:cNvGrpSpPr/>
        <p:nvPr/>
      </p:nvGrpSpPr>
      <p:grpSpPr>
        <a:xfrm>
          <a:off x="0" y="0"/>
          <a:ext cx="0" cy="0"/>
          <a:chOff x="0" y="0"/>
          <a:chExt cx="0" cy="0"/>
        </a:xfrm>
      </p:grpSpPr>
      <p:sp>
        <p:nvSpPr>
          <p:cNvPr id="518" name="Google Shape;518;p88"/>
          <p:cNvSpPr txBox="1"/>
          <p:nvPr>
            <p:ph idx="4294967295"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chemeClr val="dk1"/>
              </a:buClr>
              <a:buSzPts val="2800"/>
              <a:buFont typeface="DM Mono Medium"/>
              <a:buNone/>
            </a:pPr>
            <a:r>
              <a:rPr b="0" i="0" lang="en" sz="2800" u="none" cap="none" strike="noStrike">
                <a:solidFill>
                  <a:schemeClr val="dk1"/>
                </a:solidFill>
                <a:latin typeface="DM Mono Medium"/>
                <a:ea typeface="DM Mono Medium"/>
                <a:cs typeface="DM Mono Medium"/>
                <a:sym typeface="DM Mono Medium"/>
              </a:rPr>
              <a:t>Thank you.</a:t>
            </a:r>
            <a:endParaRPr b="0" i="0" sz="2800" u="none" cap="none" strike="noStrike">
              <a:solidFill>
                <a:schemeClr val="dk1"/>
              </a:solidFill>
              <a:latin typeface="DM Mono Medium"/>
              <a:ea typeface="DM Mono Medium"/>
              <a:cs typeface="DM Mono Medium"/>
              <a:sym typeface="DM Mono Medium"/>
            </a:endParaRPr>
          </a:p>
        </p:txBody>
      </p:sp>
      <p:sp>
        <p:nvSpPr>
          <p:cNvPr id="519" name="Google Shape;519;p88"/>
          <p:cNvSpPr txBox="1"/>
          <p:nvPr>
            <p:ph idx="4294967295"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chemeClr val="dk1"/>
              </a:buClr>
              <a:buSzPts val="1200"/>
              <a:buFont typeface="DM Sans"/>
              <a:buNone/>
            </a:pPr>
            <a:r>
              <a:rPr b="0" i="0" lang="en" sz="1200" u="none" cap="none" strike="noStrike">
                <a:solidFill>
                  <a:schemeClr val="dk1"/>
                </a:solidFill>
                <a:latin typeface="DM Sans"/>
                <a:ea typeface="DM Sans"/>
                <a:cs typeface="DM Sans"/>
                <a:sym typeface="DM Sans"/>
              </a:rPr>
              <a:t>Subtitle goes here</a:t>
            </a:r>
            <a:endParaRPr b="0" i="0" sz="1200" u="none" cap="none" strike="noStrike">
              <a:solidFill>
                <a:schemeClr val="dk1"/>
              </a:solidFill>
              <a:latin typeface="DM Sans"/>
              <a:ea typeface="DM Sans"/>
              <a:cs typeface="DM Sans"/>
              <a:sym typeface="DM Sans"/>
            </a:endParaRPr>
          </a:p>
        </p:txBody>
      </p:sp>
      <p:sp>
        <p:nvSpPr>
          <p:cNvPr id="520" name="Google Shape;520;p88"/>
          <p:cNvSpPr txBox="1"/>
          <p:nvPr/>
        </p:nvSpPr>
        <p:spPr>
          <a:xfrm>
            <a:off x="124425" y="342900"/>
            <a:ext cx="60453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b="0" i="0" lang="en" sz="7500" u="none" cap="none" strike="noStrike">
                <a:solidFill>
                  <a:srgbClr val="F9F9F9"/>
                </a:solidFill>
                <a:latin typeface="DM Mono Medium"/>
                <a:ea typeface="DM Mono Medium"/>
                <a:cs typeface="DM Mono Medium"/>
                <a:sym typeface="DM Mono Medium"/>
              </a:rPr>
              <a:t>Thank you.</a:t>
            </a:r>
            <a:endParaRPr b="0" i="0" sz="7500" u="none" cap="none" strike="noStrike">
              <a:solidFill>
                <a:srgbClr val="F9F9F9"/>
              </a:solidFill>
              <a:latin typeface="DM Mono Medium"/>
              <a:ea typeface="DM Mono Medium"/>
              <a:cs typeface="DM Mono Medium"/>
              <a:sym typeface="DM Mono Medium"/>
            </a:endParaRPr>
          </a:p>
        </p:txBody>
      </p:sp>
      <p:sp>
        <p:nvSpPr>
          <p:cNvPr id="521" name="Google Shape;521;p88"/>
          <p:cNvSpPr txBox="1"/>
          <p:nvPr/>
        </p:nvSpPr>
        <p:spPr>
          <a:xfrm>
            <a:off x="2887475" y="2295450"/>
            <a:ext cx="32823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lang="en" sz="7500">
                <a:solidFill>
                  <a:srgbClr val="F9F9F9"/>
                </a:solidFill>
                <a:latin typeface="DM Mono Medium"/>
                <a:ea typeface="DM Mono Medium"/>
                <a:cs typeface="DM Mono Medium"/>
                <a:sym typeface="DM Mono Medium"/>
              </a:rPr>
              <a:t>Q &amp; A</a:t>
            </a:r>
            <a:endParaRPr b="0" i="0" sz="7500" u="none" cap="none" strike="noStrike">
              <a:solidFill>
                <a:srgbClr val="F9F9F9"/>
              </a:solidFill>
              <a:latin typeface="DM Mono Medium"/>
              <a:ea typeface="DM Mono Medium"/>
              <a:cs typeface="DM Mono Medium"/>
              <a:sym typeface="DM Mono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25" name="Shape 525"/>
        <p:cNvGrpSpPr/>
        <p:nvPr/>
      </p:nvGrpSpPr>
      <p:grpSpPr>
        <a:xfrm>
          <a:off x="0" y="0"/>
          <a:ext cx="0" cy="0"/>
          <a:chOff x="0" y="0"/>
          <a:chExt cx="0" cy="0"/>
        </a:xfrm>
      </p:grpSpPr>
      <p:sp>
        <p:nvSpPr>
          <p:cNvPr id="526" name="Google Shape;526;p89"/>
          <p:cNvSpPr txBox="1"/>
          <p:nvPr>
            <p:ph type="title"/>
          </p:nvPr>
        </p:nvSpPr>
        <p:spPr>
          <a:xfrm>
            <a:off x="872400" y="1761300"/>
            <a:ext cx="7399200" cy="16209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4800"/>
              <a:buNone/>
            </a:pPr>
            <a:r>
              <a:rPr lang="en"/>
              <a:t>Additional information</a:t>
            </a:r>
            <a:endParaRPr/>
          </a:p>
        </p:txBody>
      </p:sp>
      <p:cxnSp>
        <p:nvCxnSpPr>
          <p:cNvPr id="527" name="Google Shape;527;p89"/>
          <p:cNvCxnSpPr/>
          <p:nvPr/>
        </p:nvCxnSpPr>
        <p:spPr>
          <a:xfrm>
            <a:off x="644075" y="1747500"/>
            <a:ext cx="0" cy="16047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531" name="Shape 531"/>
        <p:cNvGrpSpPr/>
        <p:nvPr/>
      </p:nvGrpSpPr>
      <p:grpSpPr>
        <a:xfrm>
          <a:off x="0" y="0"/>
          <a:ext cx="0" cy="0"/>
          <a:chOff x="0" y="0"/>
          <a:chExt cx="0" cy="0"/>
        </a:xfrm>
      </p:grpSpPr>
      <p:sp>
        <p:nvSpPr>
          <p:cNvPr id="532" name="Google Shape;532;p90"/>
          <p:cNvSpPr txBox="1"/>
          <p:nvPr>
            <p:ph type="title"/>
          </p:nvPr>
        </p:nvSpPr>
        <p:spPr>
          <a:xfrm>
            <a:off x="228600" y="1751875"/>
            <a:ext cx="7827000" cy="1126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What can a customer do with TAI</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6" name="Shape 536"/>
        <p:cNvGrpSpPr/>
        <p:nvPr/>
      </p:nvGrpSpPr>
      <p:grpSpPr>
        <a:xfrm>
          <a:off x="0" y="0"/>
          <a:ext cx="0" cy="0"/>
          <a:chOff x="0" y="0"/>
          <a:chExt cx="0" cy="0"/>
        </a:xfrm>
      </p:grpSpPr>
      <p:sp>
        <p:nvSpPr>
          <p:cNvPr id="537" name="Google Shape;537;p91"/>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Examples of uses of TAI over reports</a:t>
            </a:r>
            <a:endParaRPr sz="2600"/>
          </a:p>
          <a:p>
            <a:pPr indent="0" lvl="0" marL="0" rtl="0" algn="l">
              <a:lnSpc>
                <a:spcPct val="80000"/>
              </a:lnSpc>
              <a:spcBef>
                <a:spcPts val="0"/>
              </a:spcBef>
              <a:spcAft>
                <a:spcPts val="0"/>
              </a:spcAft>
              <a:buSzPts val="2000"/>
              <a:buNone/>
            </a:pPr>
            <a:r>
              <a:t/>
            </a:r>
            <a:endParaRPr sz="2600"/>
          </a:p>
        </p:txBody>
      </p:sp>
      <p:sp>
        <p:nvSpPr>
          <p:cNvPr id="538" name="Google Shape;538;p91"/>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t>Check if bank statements received by looking at the Bank Cockpit report</a:t>
            </a:r>
            <a:endParaRPr/>
          </a:p>
          <a:p>
            <a:pPr indent="-311150" lvl="0" marL="457200" marR="0" rtl="0" algn="l">
              <a:lnSpc>
                <a:spcPct val="150000"/>
              </a:lnSpc>
              <a:spcBef>
                <a:spcPts val="0"/>
              </a:spcBef>
              <a:spcAft>
                <a:spcPts val="0"/>
              </a:spcAft>
              <a:buSzPts val="1300"/>
              <a:buChar char="●"/>
            </a:pPr>
            <a:r>
              <a:rPr lang="en"/>
              <a:t>Highlight variances against proof of cash report</a:t>
            </a:r>
            <a:endParaRPr/>
          </a:p>
          <a:p>
            <a:pPr indent="-311150" lvl="0" marL="457200" marR="0" rtl="0" algn="l">
              <a:lnSpc>
                <a:spcPct val="150000"/>
              </a:lnSpc>
              <a:spcBef>
                <a:spcPts val="0"/>
              </a:spcBef>
              <a:spcAft>
                <a:spcPts val="0"/>
              </a:spcAft>
              <a:buSzPts val="1300"/>
              <a:buChar char="●"/>
            </a:pPr>
            <a:r>
              <a:rPr lang="en"/>
              <a:t>Show me payments pending approval via payment dashboard report</a:t>
            </a:r>
            <a:endParaRPr/>
          </a:p>
          <a:p>
            <a:pPr indent="-311150" lvl="0" marL="457200" marR="0" rtl="0" algn="l">
              <a:lnSpc>
                <a:spcPct val="150000"/>
              </a:lnSpc>
              <a:spcBef>
                <a:spcPts val="0"/>
              </a:spcBef>
              <a:spcAft>
                <a:spcPts val="0"/>
              </a:spcAft>
              <a:buSzPts val="1300"/>
              <a:buChar char="●"/>
            </a:pPr>
            <a:r>
              <a:rPr lang="en"/>
              <a:t>Check for </a:t>
            </a:r>
            <a:r>
              <a:rPr lang="en"/>
              <a:t>variances</a:t>
            </a:r>
            <a:r>
              <a:rPr lang="en"/>
              <a:t> in forecasts from the forecast variances report.</a:t>
            </a:r>
            <a:endParaRPr/>
          </a:p>
          <a:p>
            <a:pPr indent="-311150" lvl="0" marL="457200" marR="0" rtl="0" algn="l">
              <a:lnSpc>
                <a:spcPct val="150000"/>
              </a:lnSpc>
              <a:spcBef>
                <a:spcPts val="0"/>
              </a:spcBef>
              <a:spcAft>
                <a:spcPts val="0"/>
              </a:spcAft>
              <a:buSzPts val="1300"/>
              <a:buChar char="●"/>
            </a:pPr>
            <a:r>
              <a:rPr lang="en"/>
              <a:t>Check if any bank transactions are on hold and check if any matching forecasts.</a:t>
            </a:r>
            <a:endParaRPr/>
          </a:p>
          <a:p>
            <a:pPr indent="-311150" lvl="0" marL="457200" marR="0" rtl="0" algn="l">
              <a:lnSpc>
                <a:spcPct val="150000"/>
              </a:lnSpc>
              <a:spcBef>
                <a:spcPts val="0"/>
              </a:spcBef>
              <a:spcAft>
                <a:spcPts val="0"/>
              </a:spcAft>
              <a:buSzPts val="1300"/>
              <a:buChar char="●"/>
            </a:pPr>
            <a:r>
              <a:rPr lang="en"/>
              <a:t>Check if any liquidity shortfalls</a:t>
            </a:r>
            <a:endParaRPr/>
          </a:p>
          <a:p>
            <a:pPr indent="0" lvl="0" marL="457200" rtl="0" algn="l">
              <a:lnSpc>
                <a:spcPct val="115000"/>
              </a:lnSpc>
              <a:spcBef>
                <a:spcPts val="12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2" name="Shape 542"/>
        <p:cNvGrpSpPr/>
        <p:nvPr/>
      </p:nvGrpSpPr>
      <p:grpSpPr>
        <a:xfrm>
          <a:off x="0" y="0"/>
          <a:ext cx="0" cy="0"/>
          <a:chOff x="0" y="0"/>
          <a:chExt cx="0" cy="0"/>
        </a:xfrm>
      </p:grpSpPr>
      <p:sp>
        <p:nvSpPr>
          <p:cNvPr id="543" name="Google Shape;543;p92"/>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Scope of data used by TAI: Help agent</a:t>
            </a:r>
            <a:endParaRPr sz="2600"/>
          </a:p>
        </p:txBody>
      </p:sp>
      <p:sp>
        <p:nvSpPr>
          <p:cNvPr id="544" name="Google Shape;544;p92"/>
          <p:cNvSpPr txBox="1"/>
          <p:nvPr>
            <p:ph idx="1" type="body"/>
          </p:nvPr>
        </p:nvSpPr>
        <p:spPr>
          <a:xfrm>
            <a:off x="173550" y="1038050"/>
            <a:ext cx="4294500" cy="3636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Help agent accesses Online Help data.</a:t>
            </a:r>
            <a:endParaRPr/>
          </a:p>
          <a:p>
            <a:pPr indent="0" lvl="0" marL="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It performs a full “Semantic search” by meaning across all modules.</a:t>
            </a:r>
            <a:endParaRPr/>
          </a:p>
          <a:p>
            <a:pPr indent="0" lvl="0" marL="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Release notes are not yet available but planned.</a:t>
            </a:r>
            <a:endParaRPr/>
          </a:p>
          <a:p>
            <a:pPr indent="0" lvl="0" marL="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More documentation </a:t>
            </a:r>
            <a:r>
              <a:rPr lang="en"/>
              <a:t>planned for</a:t>
            </a:r>
            <a:r>
              <a:rPr lang="en"/>
              <a:t> the medium term.</a:t>
            </a:r>
            <a:endParaRPr/>
          </a:p>
          <a:p>
            <a:pPr indent="0" lvl="0" marL="457200" rtl="0" algn="l">
              <a:lnSpc>
                <a:spcPct val="115000"/>
              </a:lnSpc>
              <a:spcBef>
                <a:spcPts val="0"/>
              </a:spcBef>
              <a:spcAft>
                <a:spcPts val="0"/>
              </a:spcAft>
              <a:buNone/>
            </a:pPr>
            <a:r>
              <a:t/>
            </a:r>
            <a:endParaRPr/>
          </a:p>
        </p:txBody>
      </p:sp>
      <p:pic>
        <p:nvPicPr>
          <p:cNvPr id="545" name="Google Shape;545;p92"/>
          <p:cNvPicPr preferRelativeResize="0"/>
          <p:nvPr/>
        </p:nvPicPr>
        <p:blipFill>
          <a:blip r:embed="rId3">
            <a:alphaModFix/>
          </a:blip>
          <a:stretch>
            <a:fillRect/>
          </a:stretch>
        </p:blipFill>
        <p:spPr>
          <a:xfrm>
            <a:off x="4645124" y="818150"/>
            <a:ext cx="4218653" cy="4227899"/>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9" name="Shape 549"/>
        <p:cNvGrpSpPr/>
        <p:nvPr/>
      </p:nvGrpSpPr>
      <p:grpSpPr>
        <a:xfrm>
          <a:off x="0" y="0"/>
          <a:ext cx="0" cy="0"/>
          <a:chOff x="0" y="0"/>
          <a:chExt cx="0" cy="0"/>
        </a:xfrm>
      </p:grpSpPr>
      <p:sp>
        <p:nvSpPr>
          <p:cNvPr id="550" name="Google Shape;550;p93"/>
          <p:cNvSpPr txBox="1"/>
          <p:nvPr>
            <p:ph type="title"/>
          </p:nvPr>
        </p:nvSpPr>
        <p:spPr>
          <a:xfrm>
            <a:off x="228600" y="262525"/>
            <a:ext cx="89154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 o</a:t>
            </a:r>
            <a:r>
              <a:rPr lang="en" sz="2600"/>
              <a:t>pen question: Bank meeting</a:t>
            </a:r>
            <a:endParaRPr sz="2600"/>
          </a:p>
        </p:txBody>
      </p:sp>
      <p:pic>
        <p:nvPicPr>
          <p:cNvPr id="551" name="Google Shape;551;p93"/>
          <p:cNvPicPr preferRelativeResize="0"/>
          <p:nvPr/>
        </p:nvPicPr>
        <p:blipFill>
          <a:blip r:embed="rId3">
            <a:alphaModFix/>
          </a:blip>
          <a:stretch>
            <a:fillRect/>
          </a:stretch>
        </p:blipFill>
        <p:spPr>
          <a:xfrm>
            <a:off x="190425" y="936675"/>
            <a:ext cx="4247292" cy="4003475"/>
          </a:xfrm>
          <a:prstGeom prst="rect">
            <a:avLst/>
          </a:prstGeom>
          <a:noFill/>
          <a:ln cap="flat" cmpd="sng" w="28575">
            <a:solidFill>
              <a:schemeClr val="accent2"/>
            </a:solidFill>
            <a:prstDash val="solid"/>
            <a:round/>
            <a:headEnd len="sm" w="sm" type="none"/>
            <a:tailEnd len="sm" w="sm" type="none"/>
          </a:ln>
        </p:spPr>
      </p:pic>
      <p:pic>
        <p:nvPicPr>
          <p:cNvPr id="552" name="Google Shape;552;p93"/>
          <p:cNvPicPr preferRelativeResize="0"/>
          <p:nvPr/>
        </p:nvPicPr>
        <p:blipFill>
          <a:blip r:embed="rId4">
            <a:alphaModFix/>
          </a:blip>
          <a:stretch>
            <a:fillRect/>
          </a:stretch>
        </p:blipFill>
        <p:spPr>
          <a:xfrm>
            <a:off x="4602817" y="936675"/>
            <a:ext cx="4363308" cy="2476609"/>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6" name="Shape 556"/>
        <p:cNvGrpSpPr/>
        <p:nvPr/>
      </p:nvGrpSpPr>
      <p:grpSpPr>
        <a:xfrm>
          <a:off x="0" y="0"/>
          <a:ext cx="0" cy="0"/>
          <a:chOff x="0" y="0"/>
          <a:chExt cx="0" cy="0"/>
        </a:xfrm>
      </p:grpSpPr>
      <p:sp>
        <p:nvSpPr>
          <p:cNvPr id="557" name="Google Shape;557;p94"/>
          <p:cNvSpPr txBox="1"/>
          <p:nvPr>
            <p:ph type="title"/>
          </p:nvPr>
        </p:nvSpPr>
        <p:spPr>
          <a:xfrm>
            <a:off x="228600" y="262525"/>
            <a:ext cx="89154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 o</a:t>
            </a:r>
            <a:r>
              <a:rPr lang="en" sz="2600"/>
              <a:t>pen question: End of the day</a:t>
            </a:r>
            <a:endParaRPr sz="2600"/>
          </a:p>
        </p:txBody>
      </p:sp>
      <p:pic>
        <p:nvPicPr>
          <p:cNvPr id="558" name="Google Shape;558;p94"/>
          <p:cNvPicPr preferRelativeResize="0"/>
          <p:nvPr/>
        </p:nvPicPr>
        <p:blipFill>
          <a:blip r:embed="rId3">
            <a:alphaModFix/>
          </a:blip>
          <a:stretch>
            <a:fillRect/>
          </a:stretch>
        </p:blipFill>
        <p:spPr>
          <a:xfrm>
            <a:off x="2870550" y="797125"/>
            <a:ext cx="4151923" cy="4003474"/>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2" name="Shape 562"/>
        <p:cNvGrpSpPr/>
        <p:nvPr/>
      </p:nvGrpSpPr>
      <p:grpSpPr>
        <a:xfrm>
          <a:off x="0" y="0"/>
          <a:ext cx="0" cy="0"/>
          <a:chOff x="0" y="0"/>
          <a:chExt cx="0" cy="0"/>
        </a:xfrm>
      </p:grpSpPr>
      <p:sp>
        <p:nvSpPr>
          <p:cNvPr id="563" name="Google Shape;563;p95"/>
          <p:cNvSpPr txBox="1"/>
          <p:nvPr>
            <p:ph type="title"/>
          </p:nvPr>
        </p:nvSpPr>
        <p:spPr>
          <a:xfrm>
            <a:off x="228600" y="262525"/>
            <a:ext cx="7915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 question: </a:t>
            </a:r>
            <a:r>
              <a:rPr lang="en" sz="2600"/>
              <a:t>Executive reporting</a:t>
            </a:r>
            <a:endParaRPr sz="2600"/>
          </a:p>
        </p:txBody>
      </p:sp>
      <p:pic>
        <p:nvPicPr>
          <p:cNvPr id="564" name="Google Shape;564;p95"/>
          <p:cNvPicPr preferRelativeResize="0"/>
          <p:nvPr/>
        </p:nvPicPr>
        <p:blipFill>
          <a:blip r:embed="rId3">
            <a:alphaModFix/>
          </a:blip>
          <a:stretch>
            <a:fillRect/>
          </a:stretch>
        </p:blipFill>
        <p:spPr>
          <a:xfrm>
            <a:off x="4846175" y="1065200"/>
            <a:ext cx="4069224" cy="3680476"/>
          </a:xfrm>
          <a:prstGeom prst="rect">
            <a:avLst/>
          </a:prstGeom>
          <a:noFill/>
          <a:ln cap="flat" cmpd="sng" w="28575">
            <a:solidFill>
              <a:schemeClr val="accent2"/>
            </a:solidFill>
            <a:prstDash val="solid"/>
            <a:round/>
            <a:headEnd len="sm" w="sm" type="none"/>
            <a:tailEnd len="sm" w="sm" type="none"/>
          </a:ln>
        </p:spPr>
      </p:pic>
      <p:grpSp>
        <p:nvGrpSpPr>
          <p:cNvPr id="565" name="Google Shape;565;p95"/>
          <p:cNvGrpSpPr/>
          <p:nvPr/>
        </p:nvGrpSpPr>
        <p:grpSpPr>
          <a:xfrm>
            <a:off x="493925" y="790275"/>
            <a:ext cx="4221801" cy="3955400"/>
            <a:chOff x="493925" y="790275"/>
            <a:chExt cx="4221801" cy="3955400"/>
          </a:xfrm>
        </p:grpSpPr>
        <p:pic>
          <p:nvPicPr>
            <p:cNvPr id="566" name="Google Shape;566;p95"/>
            <p:cNvPicPr preferRelativeResize="0"/>
            <p:nvPr/>
          </p:nvPicPr>
          <p:blipFill>
            <a:blip r:embed="rId4">
              <a:alphaModFix/>
            </a:blip>
            <a:stretch>
              <a:fillRect/>
            </a:stretch>
          </p:blipFill>
          <p:spPr>
            <a:xfrm>
              <a:off x="493925" y="1520275"/>
              <a:ext cx="4221801" cy="3225400"/>
            </a:xfrm>
            <a:prstGeom prst="rect">
              <a:avLst/>
            </a:prstGeom>
            <a:noFill/>
            <a:ln>
              <a:noFill/>
            </a:ln>
          </p:spPr>
        </p:pic>
        <p:pic>
          <p:nvPicPr>
            <p:cNvPr id="567" name="Google Shape;567;p95"/>
            <p:cNvPicPr preferRelativeResize="0"/>
            <p:nvPr/>
          </p:nvPicPr>
          <p:blipFill rotWithShape="1">
            <a:blip r:embed="rId5">
              <a:alphaModFix/>
            </a:blip>
            <a:srcRect b="0" l="0" r="0" t="7201"/>
            <a:stretch/>
          </p:blipFill>
          <p:spPr>
            <a:xfrm>
              <a:off x="493925" y="790275"/>
              <a:ext cx="4221799" cy="770175"/>
            </a:xfrm>
            <a:prstGeom prst="rect">
              <a:avLst/>
            </a:prstGeom>
            <a:noFill/>
            <a:ln>
              <a:noFill/>
            </a:ln>
          </p:spPr>
        </p:pic>
      </p:grpSp>
      <p:sp>
        <p:nvSpPr>
          <p:cNvPr id="568" name="Google Shape;568;p95"/>
          <p:cNvSpPr/>
          <p:nvPr/>
        </p:nvSpPr>
        <p:spPr>
          <a:xfrm>
            <a:off x="495600" y="770175"/>
            <a:ext cx="4235400" cy="39891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Kyriba Presentation Template">
  <a:themeElements>
    <a:clrScheme name="Simple Light">
      <a:dk1>
        <a:srgbClr val="1A252A"/>
      </a:dk1>
      <a:lt1>
        <a:srgbClr val="F4F4F4"/>
      </a:lt1>
      <a:dk2>
        <a:srgbClr val="545F64"/>
      </a:dk2>
      <a:lt2>
        <a:srgbClr val="D4DFE4"/>
      </a:lt2>
      <a:accent1>
        <a:srgbClr val="E6FF00"/>
      </a:accent1>
      <a:accent2>
        <a:srgbClr val="FF288F"/>
      </a:accent2>
      <a:accent3>
        <a:srgbClr val="C2C3BC"/>
      </a:accent3>
      <a:accent4>
        <a:srgbClr val="D7D8CE"/>
      </a:accent4>
      <a:accent5>
        <a:srgbClr val="ECEDE5"/>
      </a:accent5>
      <a:accent6>
        <a:srgbClr val="EFDFE5"/>
      </a:accent6>
      <a:hlink>
        <a:srgbClr val="C6DC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Kyriba Presentation Template">
  <a:themeElements>
    <a:clrScheme name="Simple Light">
      <a:dk1>
        <a:srgbClr val="1A252A"/>
      </a:dk1>
      <a:lt1>
        <a:srgbClr val="F4F4F4"/>
      </a:lt1>
      <a:dk2>
        <a:srgbClr val="545F64"/>
      </a:dk2>
      <a:lt2>
        <a:srgbClr val="D4DFE4"/>
      </a:lt2>
      <a:accent1>
        <a:srgbClr val="E6FF00"/>
      </a:accent1>
      <a:accent2>
        <a:srgbClr val="FF288F"/>
      </a:accent2>
      <a:accent3>
        <a:srgbClr val="C2C3BC"/>
      </a:accent3>
      <a:accent4>
        <a:srgbClr val="D7D8CE"/>
      </a:accent4>
      <a:accent5>
        <a:srgbClr val="ECEDE5"/>
      </a:accent5>
      <a:accent6>
        <a:srgbClr val="EFDFE5"/>
      </a:accent6>
      <a:hlink>
        <a:srgbClr val="C6DC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