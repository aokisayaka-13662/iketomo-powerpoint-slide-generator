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0" r:id="rId5"/>
    <p:sldMasterId id="214748370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y="5143500" cx="9144000"/>
  <p:notesSz cx="6858000" cy="9144000"/>
  <p:embeddedFontLst>
    <p:embeddedFont>
      <p:font typeface="Proxima Nova"/>
      <p:regular r:id="rId31"/>
      <p:bold r:id="rId32"/>
      <p:italic r:id="rId33"/>
      <p:boldItalic r:id="rId34"/>
    </p:embeddedFont>
    <p:embeddedFont>
      <p:font typeface="DM Mono Medium"/>
      <p:regular r:id="rId35"/>
      <p:italic r:id="rId36"/>
    </p:embeddedFont>
    <p:embeddedFont>
      <p:font typeface="Libre Baskerville"/>
      <p:regular r:id="rId37"/>
      <p:bold r:id="rId38"/>
      <p:italic r:id="rId39"/>
      <p:boldItalic r:id="rId40"/>
    </p:embeddedFont>
    <p:embeddedFont>
      <p:font typeface="Syne SemiBold"/>
      <p:regular r:id="rId41"/>
      <p:bold r:id="rId42"/>
    </p:embeddedFont>
    <p:embeddedFont>
      <p:font typeface="DM Sans"/>
      <p:regular r:id="rId43"/>
      <p:bold r:id="rId44"/>
      <p:italic r:id="rId45"/>
      <p:boldItalic r:id="rId46"/>
    </p:embeddedFont>
    <p:embeddedFont>
      <p:font typeface="DM Mono"/>
      <p:regular r:id="rId47"/>
      <p: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16CF71D-F1BF-4495-8E9D-238B5C0F1183}">
  <a:tblStyle styleId="{D16CF71D-F1BF-4495-8E9D-238B5C0F118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183EC92-06DA-41B9-9D50-5586B764AE46}"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ibreBaskerville-boldItalic.fntdata"/><Relationship Id="rId20" Type="http://schemas.openxmlformats.org/officeDocument/2006/relationships/slide" Target="slides/slide13.xml"/><Relationship Id="rId42" Type="http://schemas.openxmlformats.org/officeDocument/2006/relationships/font" Target="fonts/SyneSemiBold-bold.fntdata"/><Relationship Id="rId41" Type="http://schemas.openxmlformats.org/officeDocument/2006/relationships/font" Target="fonts/SyneSemiBold-regular.fntdata"/><Relationship Id="rId22" Type="http://schemas.openxmlformats.org/officeDocument/2006/relationships/slide" Target="slides/slide15.xml"/><Relationship Id="rId44" Type="http://schemas.openxmlformats.org/officeDocument/2006/relationships/font" Target="fonts/DMSans-bold.fntdata"/><Relationship Id="rId21" Type="http://schemas.openxmlformats.org/officeDocument/2006/relationships/slide" Target="slides/slide14.xml"/><Relationship Id="rId43" Type="http://schemas.openxmlformats.org/officeDocument/2006/relationships/font" Target="fonts/DMSans-regular.fntdata"/><Relationship Id="rId24" Type="http://schemas.openxmlformats.org/officeDocument/2006/relationships/slide" Target="slides/slide17.xml"/><Relationship Id="rId46" Type="http://schemas.openxmlformats.org/officeDocument/2006/relationships/font" Target="fonts/DMSans-boldItalic.fntdata"/><Relationship Id="rId23" Type="http://schemas.openxmlformats.org/officeDocument/2006/relationships/slide" Target="slides/slide16.xml"/><Relationship Id="rId45" Type="http://schemas.openxmlformats.org/officeDocument/2006/relationships/font" Target="fonts/DM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48" Type="http://schemas.openxmlformats.org/officeDocument/2006/relationships/font" Target="fonts/DMMono-italic.fntdata"/><Relationship Id="rId25" Type="http://schemas.openxmlformats.org/officeDocument/2006/relationships/slide" Target="slides/slide18.xml"/><Relationship Id="rId47" Type="http://schemas.openxmlformats.org/officeDocument/2006/relationships/font" Target="fonts/DMMono-regular.fntdata"/><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roximaNova-regular.fntdata"/><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ProximaNova-italic.fntdata"/><Relationship Id="rId10" Type="http://schemas.openxmlformats.org/officeDocument/2006/relationships/slide" Target="slides/slide3.xml"/><Relationship Id="rId32" Type="http://schemas.openxmlformats.org/officeDocument/2006/relationships/font" Target="fonts/ProximaNova-bold.fntdata"/><Relationship Id="rId13" Type="http://schemas.openxmlformats.org/officeDocument/2006/relationships/slide" Target="slides/slide6.xml"/><Relationship Id="rId35" Type="http://schemas.openxmlformats.org/officeDocument/2006/relationships/font" Target="fonts/DMMonoMedium-regular.fntdata"/><Relationship Id="rId12" Type="http://schemas.openxmlformats.org/officeDocument/2006/relationships/slide" Target="slides/slide5.xml"/><Relationship Id="rId34" Type="http://schemas.openxmlformats.org/officeDocument/2006/relationships/font" Target="fonts/ProximaNova-boldItalic.fntdata"/><Relationship Id="rId15" Type="http://schemas.openxmlformats.org/officeDocument/2006/relationships/slide" Target="slides/slide8.xml"/><Relationship Id="rId37" Type="http://schemas.openxmlformats.org/officeDocument/2006/relationships/font" Target="fonts/LibreBaskerville-regular.fntdata"/><Relationship Id="rId14" Type="http://schemas.openxmlformats.org/officeDocument/2006/relationships/slide" Target="slides/slide7.xml"/><Relationship Id="rId36" Type="http://schemas.openxmlformats.org/officeDocument/2006/relationships/font" Target="fonts/DMMonoMedium-italic.fntdata"/><Relationship Id="rId17" Type="http://schemas.openxmlformats.org/officeDocument/2006/relationships/slide" Target="slides/slide10.xml"/><Relationship Id="rId39" Type="http://schemas.openxmlformats.org/officeDocument/2006/relationships/font" Target="fonts/LibreBaskerville-italic.fntdata"/><Relationship Id="rId16" Type="http://schemas.openxmlformats.org/officeDocument/2006/relationships/slide" Target="slides/slide9.xml"/><Relationship Id="rId38" Type="http://schemas.openxmlformats.org/officeDocument/2006/relationships/font" Target="fonts/LibreBaskerville-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88da40577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g388da40577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88da405772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88da405772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8cadceed47_1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8cadceed47_1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8cadceed47_1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8cadceed47_1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a45a27dbe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a45a27dbe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a45a27dbe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a45a27dbe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9b3cb83d67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9b3cb83d67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9b3cb83d67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9b3cb83d67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88da405772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g388da405772_0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88da405772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g388da405772_0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948751246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948751246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8cadceed47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8" name="Google Shape;428;g38cadceed47_0_4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8cadceed47_1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5" name="Google Shape;435;g38cadceed47_1_1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400">
              <a:solidFill>
                <a:srgbClr val="1A252A"/>
              </a:solidFill>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9b3cb83d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g39b3cb83d6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9b3cb83d6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7" name="Google Shape;447;g39b3cb83d67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9b3cb83d6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3" name="Google Shape;453;g39b3cb83d67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9b3cb83d6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1" name="Google Shape;461;g39b3cb83d67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9b3cb83d6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9" name="Google Shape;469;g39b3cb83d67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9b3cb83d6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6" name="Google Shape;476;g39b3cb83d67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9b3cb83d6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2" name="Google Shape;482;g39b3cb83d67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9b3cb83d6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1" name="Google Shape;491;g39b3cb83d67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a48c676ec2_6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a48c676ec2_6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8cadceed47_1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0" name="Google Shape;510;g38cadceed47_1_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1" type="title">
  <p:cSld name="TITLE">
    <p:bg>
      <p:bgPr>
        <a:solidFill>
          <a:schemeClr val="dk1"/>
        </a:solid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lvl1pPr lvl="0" algn="l">
              <a:lnSpc>
                <a:spcPct val="75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algn="l">
              <a:lnSpc>
                <a:spcPct val="80000"/>
              </a:lnSpc>
              <a:spcBef>
                <a:spcPts val="0"/>
              </a:spcBef>
              <a:spcAft>
                <a:spcPts val="0"/>
              </a:spcAft>
              <a:buSzPts val="5200"/>
              <a:buNone/>
              <a:defRPr sz="5200"/>
            </a:lvl2pPr>
            <a:lvl3pPr lvl="2" algn="l">
              <a:lnSpc>
                <a:spcPct val="80000"/>
              </a:lnSpc>
              <a:spcBef>
                <a:spcPts val="0"/>
              </a:spcBef>
              <a:spcAft>
                <a:spcPts val="0"/>
              </a:spcAft>
              <a:buSzPts val="5200"/>
              <a:buNone/>
              <a:defRPr sz="5200"/>
            </a:lvl3pPr>
            <a:lvl4pPr lvl="3" algn="l">
              <a:lnSpc>
                <a:spcPct val="80000"/>
              </a:lnSpc>
              <a:spcBef>
                <a:spcPts val="0"/>
              </a:spcBef>
              <a:spcAft>
                <a:spcPts val="0"/>
              </a:spcAft>
              <a:buSzPts val="5200"/>
              <a:buNone/>
              <a:defRPr sz="5200"/>
            </a:lvl4pPr>
            <a:lvl5pPr lvl="4" algn="l">
              <a:lnSpc>
                <a:spcPct val="80000"/>
              </a:lnSpc>
              <a:spcBef>
                <a:spcPts val="0"/>
              </a:spcBef>
              <a:spcAft>
                <a:spcPts val="0"/>
              </a:spcAft>
              <a:buSzPts val="5200"/>
              <a:buNone/>
              <a:defRPr sz="5200"/>
            </a:lvl5pPr>
            <a:lvl6pPr lvl="5" algn="l">
              <a:lnSpc>
                <a:spcPct val="80000"/>
              </a:lnSpc>
              <a:spcBef>
                <a:spcPts val="0"/>
              </a:spcBef>
              <a:spcAft>
                <a:spcPts val="0"/>
              </a:spcAft>
              <a:buSzPts val="5200"/>
              <a:buNone/>
              <a:defRPr sz="5200"/>
            </a:lvl6pPr>
            <a:lvl7pPr lvl="6" algn="l">
              <a:lnSpc>
                <a:spcPct val="80000"/>
              </a:lnSpc>
              <a:spcBef>
                <a:spcPts val="0"/>
              </a:spcBef>
              <a:spcAft>
                <a:spcPts val="0"/>
              </a:spcAft>
              <a:buSzPts val="5200"/>
              <a:buNone/>
              <a:defRPr sz="5200"/>
            </a:lvl7pPr>
            <a:lvl8pPr lvl="7" algn="l">
              <a:lnSpc>
                <a:spcPct val="80000"/>
              </a:lnSpc>
              <a:spcBef>
                <a:spcPts val="0"/>
              </a:spcBef>
              <a:spcAft>
                <a:spcPts val="0"/>
              </a:spcAft>
              <a:buSzPts val="5200"/>
              <a:buNone/>
              <a:defRPr sz="5200"/>
            </a:lvl8pPr>
            <a:lvl9pPr lvl="8" algn="l">
              <a:lnSpc>
                <a:spcPct val="80000"/>
              </a:lnSpc>
              <a:spcBef>
                <a:spcPts val="0"/>
              </a:spcBef>
              <a:spcAft>
                <a:spcPts val="0"/>
              </a:spcAft>
              <a:buSzPts val="5200"/>
              <a:buNone/>
              <a:defRPr sz="5200"/>
            </a:lvl9pPr>
          </a:lstStyle>
          <a:p/>
        </p:txBody>
      </p:sp>
      <p:sp>
        <p:nvSpPr>
          <p:cNvPr id="10" name="Google Shape;10;p2"/>
          <p:cNvSpPr txBox="1"/>
          <p:nvPr>
            <p:ph idx="1"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pic>
        <p:nvPicPr>
          <p:cNvPr id="11" name="Google Shape;11;p2"/>
          <p:cNvPicPr preferRelativeResize="0"/>
          <p:nvPr/>
        </p:nvPicPr>
        <p:blipFill rotWithShape="1">
          <a:blip r:embed="rId2">
            <a:alphaModFix/>
          </a:blip>
          <a:srcRect b="0" l="0" r="0" t="0"/>
          <a:stretch/>
        </p:blipFill>
        <p:spPr>
          <a:xfrm>
            <a:off x="4924439" y="0"/>
            <a:ext cx="4219573" cy="5143500"/>
          </a:xfrm>
          <a:prstGeom prst="rect">
            <a:avLst/>
          </a:prstGeom>
          <a:noFill/>
          <a:ln>
            <a:noFill/>
          </a:ln>
        </p:spPr>
      </p:pic>
      <p:pic>
        <p:nvPicPr>
          <p:cNvPr id="12" name="Google Shape;12;p2"/>
          <p:cNvPicPr preferRelativeResize="0"/>
          <p:nvPr/>
        </p:nvPicPr>
        <p:blipFill rotWithShape="1">
          <a:blip r:embed="rId3">
            <a:alphaModFix/>
          </a:blip>
          <a:srcRect b="0" l="0" r="0" t="0"/>
          <a:stretch/>
        </p:blipFill>
        <p:spPr>
          <a:xfrm>
            <a:off x="228600" y="4605495"/>
            <a:ext cx="1006623" cy="34557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Logo">
  <p:cSld name="CAPTION_ONLY_2">
    <p:bg>
      <p:bgPr>
        <a:solidFill>
          <a:schemeClr val="lt1"/>
        </a:solidFill>
      </p:bgPr>
    </p:bg>
    <p:spTree>
      <p:nvGrpSpPr>
        <p:cNvPr id="13" name="Shape 13"/>
        <p:cNvGrpSpPr/>
        <p:nvPr/>
      </p:nvGrpSpPr>
      <p:grpSpPr>
        <a:xfrm>
          <a:off x="0" y="0"/>
          <a:ext cx="0" cy="0"/>
          <a:chOff x="0" y="0"/>
          <a:chExt cx="0" cy="0"/>
        </a:xfrm>
      </p:grpSpPr>
      <p:pic>
        <p:nvPicPr>
          <p:cNvPr id="14" name="Google Shape;14;p3"/>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02">
  <p:cSld name="TITLE_AND_BODY_1">
    <p:bg>
      <p:bgPr>
        <a:solidFill>
          <a:schemeClr val="lt1"/>
        </a:solidFill>
      </p:bgPr>
    </p:bg>
    <p:spTree>
      <p:nvGrpSpPr>
        <p:cNvPr id="15" name="Shape 15"/>
        <p:cNvGrpSpPr/>
        <p:nvPr/>
      </p:nvGrpSpPr>
      <p:grpSpPr>
        <a:xfrm>
          <a:off x="0" y="0"/>
          <a:ext cx="0" cy="0"/>
          <a:chOff x="0" y="0"/>
          <a:chExt cx="0" cy="0"/>
        </a:xfrm>
      </p:grpSpPr>
      <p:sp>
        <p:nvSpPr>
          <p:cNvPr id="16" name="Google Shape;16;p4"/>
          <p:cNvSpPr txBox="1"/>
          <p:nvPr>
            <p:ph type="title"/>
          </p:nvPr>
        </p:nvSpPr>
        <p:spPr>
          <a:xfrm>
            <a:off x="228600" y="342900"/>
            <a:ext cx="52602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17" name="Google Shape;17;p4"/>
          <p:cNvSpPr txBox="1"/>
          <p:nvPr>
            <p:ph idx="1" type="body"/>
          </p:nvPr>
        </p:nvSpPr>
        <p:spPr>
          <a:xfrm>
            <a:off x="228600" y="1152475"/>
            <a:ext cx="52602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18" name="Google Shape;18;p4"/>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2025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
        <p:nvSpPr>
          <p:cNvPr id="19" name="Google Shape;19;p4"/>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20" name="Google Shape;20;p4"/>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01" type="secHead">
  <p:cSld name="SECTION_HEADER">
    <p:bg>
      <p:bgPr>
        <a:solidFill>
          <a:schemeClr val="lt1"/>
        </a:solidFill>
      </p:bgPr>
    </p:bg>
    <p:spTree>
      <p:nvGrpSpPr>
        <p:cNvPr id="21" name="Shape 21"/>
        <p:cNvGrpSpPr/>
        <p:nvPr/>
      </p:nvGrpSpPr>
      <p:grpSpPr>
        <a:xfrm>
          <a:off x="0" y="0"/>
          <a:ext cx="0" cy="0"/>
          <a:chOff x="0" y="0"/>
          <a:chExt cx="0" cy="0"/>
        </a:xfrm>
      </p:grpSpPr>
      <p:sp>
        <p:nvSpPr>
          <p:cNvPr id="22" name="Google Shape;22;p5"/>
          <p:cNvSpPr txBox="1"/>
          <p:nvPr>
            <p:ph type="title"/>
          </p:nvPr>
        </p:nvSpPr>
        <p:spPr>
          <a:xfrm>
            <a:off x="228600" y="1751875"/>
            <a:ext cx="5257800" cy="1082400"/>
          </a:xfrm>
          <a:prstGeom prst="rect">
            <a:avLst/>
          </a:prstGeom>
          <a:noFill/>
          <a:ln>
            <a:noFill/>
          </a:ln>
        </p:spPr>
        <p:txBody>
          <a:bodyPr anchorCtr="0" anchor="t" bIns="91425" lIns="91425" spcFirstLastPara="1" rIns="91425" wrap="square" tIns="91425">
            <a:spAutoFit/>
          </a:bodyPr>
          <a:lstStyle>
            <a:lvl1pPr lvl="0" algn="l">
              <a:lnSpc>
                <a:spcPct val="85000"/>
              </a:lnSpc>
              <a:spcBef>
                <a:spcPts val="0"/>
              </a:spcBef>
              <a:spcAft>
                <a:spcPts val="0"/>
              </a:spcAft>
              <a:buSzPts val="3600"/>
              <a:buFont typeface="DM Mono"/>
              <a:buNone/>
              <a:defRPr sz="3600">
                <a:latin typeface="DM Mono"/>
                <a:ea typeface="DM Mono"/>
                <a:cs typeface="DM Mono"/>
                <a:sym typeface="DM Mono"/>
              </a:defRPr>
            </a:lvl1pPr>
            <a:lvl2pPr lvl="1" algn="l">
              <a:lnSpc>
                <a:spcPct val="80000"/>
              </a:lnSpc>
              <a:spcBef>
                <a:spcPts val="0"/>
              </a:spcBef>
              <a:spcAft>
                <a:spcPts val="0"/>
              </a:spcAft>
              <a:buSzPts val="3600"/>
              <a:buNone/>
              <a:defRPr sz="3600"/>
            </a:lvl2pPr>
            <a:lvl3pPr lvl="2" algn="l">
              <a:lnSpc>
                <a:spcPct val="80000"/>
              </a:lnSpc>
              <a:spcBef>
                <a:spcPts val="0"/>
              </a:spcBef>
              <a:spcAft>
                <a:spcPts val="0"/>
              </a:spcAft>
              <a:buSzPts val="3600"/>
              <a:buNone/>
              <a:defRPr sz="3600"/>
            </a:lvl3pPr>
            <a:lvl4pPr lvl="3" algn="l">
              <a:lnSpc>
                <a:spcPct val="80000"/>
              </a:lnSpc>
              <a:spcBef>
                <a:spcPts val="0"/>
              </a:spcBef>
              <a:spcAft>
                <a:spcPts val="0"/>
              </a:spcAft>
              <a:buSzPts val="3600"/>
              <a:buNone/>
              <a:defRPr sz="3600"/>
            </a:lvl4pPr>
            <a:lvl5pPr lvl="4" algn="l">
              <a:lnSpc>
                <a:spcPct val="80000"/>
              </a:lnSpc>
              <a:spcBef>
                <a:spcPts val="0"/>
              </a:spcBef>
              <a:spcAft>
                <a:spcPts val="0"/>
              </a:spcAft>
              <a:buSzPts val="3600"/>
              <a:buNone/>
              <a:defRPr sz="3600"/>
            </a:lvl5pPr>
            <a:lvl6pPr lvl="5" algn="l">
              <a:lnSpc>
                <a:spcPct val="80000"/>
              </a:lnSpc>
              <a:spcBef>
                <a:spcPts val="0"/>
              </a:spcBef>
              <a:spcAft>
                <a:spcPts val="0"/>
              </a:spcAft>
              <a:buSzPts val="3600"/>
              <a:buNone/>
              <a:defRPr sz="3600"/>
            </a:lvl6pPr>
            <a:lvl7pPr lvl="6" algn="l">
              <a:lnSpc>
                <a:spcPct val="80000"/>
              </a:lnSpc>
              <a:spcBef>
                <a:spcPts val="0"/>
              </a:spcBef>
              <a:spcAft>
                <a:spcPts val="0"/>
              </a:spcAft>
              <a:buSzPts val="3600"/>
              <a:buNone/>
              <a:defRPr sz="3600"/>
            </a:lvl7pPr>
            <a:lvl8pPr lvl="7" algn="l">
              <a:lnSpc>
                <a:spcPct val="80000"/>
              </a:lnSpc>
              <a:spcBef>
                <a:spcPts val="0"/>
              </a:spcBef>
              <a:spcAft>
                <a:spcPts val="0"/>
              </a:spcAft>
              <a:buSzPts val="3600"/>
              <a:buNone/>
              <a:defRPr sz="3600"/>
            </a:lvl8pPr>
            <a:lvl9pPr lvl="8" algn="l">
              <a:lnSpc>
                <a:spcPct val="80000"/>
              </a:lnSpc>
              <a:spcBef>
                <a:spcPts val="0"/>
              </a:spcBef>
              <a:spcAft>
                <a:spcPts val="0"/>
              </a:spcAft>
              <a:buSzPts val="3600"/>
              <a:buNone/>
              <a:defRPr sz="3600"/>
            </a:lvl9pPr>
          </a:lstStyle>
          <a:p/>
        </p:txBody>
      </p:sp>
      <p:sp>
        <p:nvSpPr>
          <p:cNvPr id="23" name="Google Shape;23;p5"/>
          <p:cNvSpPr txBox="1"/>
          <p:nvPr>
            <p:ph idx="1" type="subTitle"/>
          </p:nvPr>
        </p:nvSpPr>
        <p:spPr>
          <a:xfrm>
            <a:off x="228600" y="2834125"/>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700"/>
              <a:buFont typeface="DM Sans"/>
              <a:buNone/>
              <a:defRPr sz="1700">
                <a:latin typeface="DM Sans"/>
                <a:ea typeface="DM Sans"/>
                <a:cs typeface="DM Sans"/>
                <a:sym typeface="DM Sans"/>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pic>
        <p:nvPicPr>
          <p:cNvPr id="24" name="Google Shape;24;p5"/>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25" name="Google Shape;25;p5"/>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sp>
        <p:nvSpPr>
          <p:cNvPr id="26" name="Google Shape;26;p5"/>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2025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type="tx">
  <p:cSld name="TITLE_AND_BODY">
    <p:bg>
      <p:bgPr>
        <a:solidFill>
          <a:schemeClr val="lt1"/>
        </a:solidFill>
      </p:bgPr>
    </p:bg>
    <p:spTree>
      <p:nvGrpSpPr>
        <p:cNvPr id="27" name="Shape 27"/>
        <p:cNvGrpSpPr/>
        <p:nvPr/>
      </p:nvGrpSpPr>
      <p:grpSpPr>
        <a:xfrm>
          <a:off x="0" y="0"/>
          <a:ext cx="0" cy="0"/>
          <a:chOff x="0" y="0"/>
          <a:chExt cx="0" cy="0"/>
        </a:xfrm>
      </p:grpSpPr>
      <p:sp>
        <p:nvSpPr>
          <p:cNvPr id="28" name="Google Shape;28;p6"/>
          <p:cNvSpPr txBox="1"/>
          <p:nvPr>
            <p:ph type="title"/>
          </p:nvPr>
        </p:nvSpPr>
        <p:spPr>
          <a:xfrm>
            <a:off x="228600" y="342900"/>
            <a:ext cx="69183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800"/>
              <a:buFont typeface="DM Mono"/>
              <a:buNone/>
              <a:defRPr>
                <a:latin typeface="DM Mono"/>
                <a:ea typeface="DM Mono"/>
                <a:cs typeface="DM Mono"/>
                <a:sym typeface="DM Mono"/>
              </a:defRPr>
            </a:lvl1pPr>
            <a:lvl2pPr lvl="1" algn="l">
              <a:lnSpc>
                <a:spcPct val="80000"/>
              </a:lnSpc>
              <a:spcBef>
                <a:spcPts val="0"/>
              </a:spcBef>
              <a:spcAft>
                <a:spcPts val="0"/>
              </a:spcAft>
              <a:buSzPts val="2800"/>
              <a:buNone/>
              <a:defRPr/>
            </a:lvl2pPr>
            <a:lvl3pPr lvl="2" algn="l">
              <a:lnSpc>
                <a:spcPct val="80000"/>
              </a:lnSpc>
              <a:spcBef>
                <a:spcPts val="0"/>
              </a:spcBef>
              <a:spcAft>
                <a:spcPts val="0"/>
              </a:spcAft>
              <a:buSzPts val="2800"/>
              <a:buNone/>
              <a:defRPr/>
            </a:lvl3pPr>
            <a:lvl4pPr lvl="3" algn="l">
              <a:lnSpc>
                <a:spcPct val="80000"/>
              </a:lnSpc>
              <a:spcBef>
                <a:spcPts val="0"/>
              </a:spcBef>
              <a:spcAft>
                <a:spcPts val="0"/>
              </a:spcAft>
              <a:buSzPts val="2800"/>
              <a:buNone/>
              <a:defRPr/>
            </a:lvl4pPr>
            <a:lvl5pPr lvl="4" algn="l">
              <a:lnSpc>
                <a:spcPct val="80000"/>
              </a:lnSpc>
              <a:spcBef>
                <a:spcPts val="0"/>
              </a:spcBef>
              <a:spcAft>
                <a:spcPts val="0"/>
              </a:spcAft>
              <a:buSzPts val="2800"/>
              <a:buNone/>
              <a:defRPr/>
            </a:lvl5pPr>
            <a:lvl6pPr lvl="5" algn="l">
              <a:lnSpc>
                <a:spcPct val="80000"/>
              </a:lnSpc>
              <a:spcBef>
                <a:spcPts val="0"/>
              </a:spcBef>
              <a:spcAft>
                <a:spcPts val="0"/>
              </a:spcAft>
              <a:buSzPts val="2800"/>
              <a:buNone/>
              <a:defRPr/>
            </a:lvl6pPr>
            <a:lvl7pPr lvl="6" algn="l">
              <a:lnSpc>
                <a:spcPct val="80000"/>
              </a:lnSpc>
              <a:spcBef>
                <a:spcPts val="0"/>
              </a:spcBef>
              <a:spcAft>
                <a:spcPts val="0"/>
              </a:spcAft>
              <a:buSzPts val="2800"/>
              <a:buNone/>
              <a:defRPr/>
            </a:lvl7pPr>
            <a:lvl8pPr lvl="7" algn="l">
              <a:lnSpc>
                <a:spcPct val="80000"/>
              </a:lnSpc>
              <a:spcBef>
                <a:spcPts val="0"/>
              </a:spcBef>
              <a:spcAft>
                <a:spcPts val="0"/>
              </a:spcAft>
              <a:buSzPts val="2800"/>
              <a:buNone/>
              <a:defRPr/>
            </a:lvl8pPr>
            <a:lvl9pPr lvl="8" algn="l">
              <a:lnSpc>
                <a:spcPct val="80000"/>
              </a:lnSpc>
              <a:spcBef>
                <a:spcPts val="0"/>
              </a:spcBef>
              <a:spcAft>
                <a:spcPts val="0"/>
              </a:spcAft>
              <a:buSzPts val="2800"/>
              <a:buNone/>
              <a:defRPr/>
            </a:lvl9pPr>
          </a:lstStyle>
          <a:p/>
        </p:txBody>
      </p:sp>
      <p:sp>
        <p:nvSpPr>
          <p:cNvPr id="29" name="Google Shape;29;p6"/>
          <p:cNvSpPr txBox="1"/>
          <p:nvPr>
            <p:ph idx="1" type="body"/>
          </p:nvPr>
        </p:nvSpPr>
        <p:spPr>
          <a:xfrm>
            <a:off x="228600" y="1152475"/>
            <a:ext cx="52602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30" name="Google Shape;30;p6"/>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31" name="Google Shape;31;p6"/>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32" name="Google Shape;32;p6"/>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2025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2">
  <p:cSld name="TITLE_1">
    <p:bg>
      <p:bgPr>
        <a:solidFill>
          <a:schemeClr val="dk1"/>
        </a:solidFill>
      </p:bgPr>
    </p:bg>
    <p:spTree>
      <p:nvGrpSpPr>
        <p:cNvPr id="33" name="Shape 33"/>
        <p:cNvGrpSpPr/>
        <p:nvPr/>
      </p:nvGrpSpPr>
      <p:grpSpPr>
        <a:xfrm>
          <a:off x="0" y="0"/>
          <a:ext cx="0" cy="0"/>
          <a:chOff x="0" y="0"/>
          <a:chExt cx="0" cy="0"/>
        </a:xfrm>
      </p:grpSpPr>
      <p:sp>
        <p:nvSpPr>
          <p:cNvPr id="34" name="Google Shape;34;p7"/>
          <p:cNvSpPr txBox="1"/>
          <p:nvPr>
            <p:ph idx="1"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sp>
        <p:nvSpPr>
          <p:cNvPr id="35" name="Google Shape;35;p7"/>
          <p:cNvSpPr txBox="1"/>
          <p:nvPr>
            <p:ph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lvl1pPr lvl="0" algn="l">
              <a:lnSpc>
                <a:spcPct val="75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algn="l">
              <a:lnSpc>
                <a:spcPct val="80000"/>
              </a:lnSpc>
              <a:spcBef>
                <a:spcPts val="0"/>
              </a:spcBef>
              <a:spcAft>
                <a:spcPts val="0"/>
              </a:spcAft>
              <a:buSzPts val="5200"/>
              <a:buNone/>
              <a:defRPr sz="5200"/>
            </a:lvl2pPr>
            <a:lvl3pPr lvl="2" algn="l">
              <a:lnSpc>
                <a:spcPct val="80000"/>
              </a:lnSpc>
              <a:spcBef>
                <a:spcPts val="0"/>
              </a:spcBef>
              <a:spcAft>
                <a:spcPts val="0"/>
              </a:spcAft>
              <a:buSzPts val="5200"/>
              <a:buNone/>
              <a:defRPr sz="5200"/>
            </a:lvl3pPr>
            <a:lvl4pPr lvl="3" algn="l">
              <a:lnSpc>
                <a:spcPct val="80000"/>
              </a:lnSpc>
              <a:spcBef>
                <a:spcPts val="0"/>
              </a:spcBef>
              <a:spcAft>
                <a:spcPts val="0"/>
              </a:spcAft>
              <a:buSzPts val="5200"/>
              <a:buNone/>
              <a:defRPr sz="5200"/>
            </a:lvl4pPr>
            <a:lvl5pPr lvl="4" algn="l">
              <a:lnSpc>
                <a:spcPct val="80000"/>
              </a:lnSpc>
              <a:spcBef>
                <a:spcPts val="0"/>
              </a:spcBef>
              <a:spcAft>
                <a:spcPts val="0"/>
              </a:spcAft>
              <a:buSzPts val="5200"/>
              <a:buNone/>
              <a:defRPr sz="5200"/>
            </a:lvl5pPr>
            <a:lvl6pPr lvl="5" algn="l">
              <a:lnSpc>
                <a:spcPct val="80000"/>
              </a:lnSpc>
              <a:spcBef>
                <a:spcPts val="0"/>
              </a:spcBef>
              <a:spcAft>
                <a:spcPts val="0"/>
              </a:spcAft>
              <a:buSzPts val="5200"/>
              <a:buNone/>
              <a:defRPr sz="5200"/>
            </a:lvl6pPr>
            <a:lvl7pPr lvl="6" algn="l">
              <a:lnSpc>
                <a:spcPct val="80000"/>
              </a:lnSpc>
              <a:spcBef>
                <a:spcPts val="0"/>
              </a:spcBef>
              <a:spcAft>
                <a:spcPts val="0"/>
              </a:spcAft>
              <a:buSzPts val="5200"/>
              <a:buNone/>
              <a:defRPr sz="5200"/>
            </a:lvl7pPr>
            <a:lvl8pPr lvl="7" algn="l">
              <a:lnSpc>
                <a:spcPct val="80000"/>
              </a:lnSpc>
              <a:spcBef>
                <a:spcPts val="0"/>
              </a:spcBef>
              <a:spcAft>
                <a:spcPts val="0"/>
              </a:spcAft>
              <a:buSzPts val="5200"/>
              <a:buNone/>
              <a:defRPr sz="5200"/>
            </a:lvl8pPr>
            <a:lvl9pPr lvl="8" algn="l">
              <a:lnSpc>
                <a:spcPct val="80000"/>
              </a:lnSpc>
              <a:spcBef>
                <a:spcPts val="0"/>
              </a:spcBef>
              <a:spcAft>
                <a:spcPts val="0"/>
              </a:spcAft>
              <a:buSzPts val="5200"/>
              <a:buNone/>
              <a:defRPr sz="5200"/>
            </a:lvl9pPr>
          </a:lstStyle>
          <a:p/>
        </p:txBody>
      </p:sp>
      <p:sp>
        <p:nvSpPr>
          <p:cNvPr id="36" name="Google Shape;36;p7"/>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pic>
        <p:nvPicPr>
          <p:cNvPr id="37" name="Google Shape;37;p7"/>
          <p:cNvPicPr preferRelativeResize="0"/>
          <p:nvPr/>
        </p:nvPicPr>
        <p:blipFill rotWithShape="1">
          <a:blip r:embed="rId2">
            <a:alphaModFix/>
          </a:blip>
          <a:srcRect b="0" l="0" r="0" t="0"/>
          <a:stretch/>
        </p:blipFill>
        <p:spPr>
          <a:xfrm>
            <a:off x="228600" y="4605495"/>
            <a:ext cx="1006623" cy="345579"/>
          </a:xfrm>
          <a:prstGeom prst="rect">
            <a:avLst/>
          </a:prstGeom>
          <a:noFill/>
          <a:ln>
            <a:noFill/>
          </a:ln>
        </p:spPr>
      </p:pic>
      <p:sp>
        <p:nvSpPr>
          <p:cNvPr id="38" name="Google Shape;38;p7"/>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DM Sans"/>
                <a:ea typeface="DM Sans"/>
                <a:cs typeface="DM Sans"/>
                <a:sym typeface="DM Sans"/>
              </a:rPr>
              <a:t>Copyright © 2025 Kyriba Corp. All rights reserved.</a:t>
            </a:r>
            <a:endParaRPr b="0" i="0" sz="600" u="none" cap="none" strike="noStrike">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DM Sans"/>
              <a:ea typeface="DM Sans"/>
              <a:cs typeface="DM Sans"/>
              <a:sym typeface="DM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4">
  <p:cSld name="TITLE_1_1">
    <p:bg>
      <p:bgPr>
        <a:solidFill>
          <a:schemeClr val="dk1"/>
        </a:solidFill>
      </p:bgPr>
    </p:bg>
    <p:spTree>
      <p:nvGrpSpPr>
        <p:cNvPr id="39" name="Shape 39"/>
        <p:cNvGrpSpPr/>
        <p:nvPr/>
      </p:nvGrpSpPr>
      <p:grpSpPr>
        <a:xfrm>
          <a:off x="0" y="0"/>
          <a:ext cx="0" cy="0"/>
          <a:chOff x="0" y="0"/>
          <a:chExt cx="0" cy="0"/>
        </a:xfrm>
      </p:grpSpPr>
      <p:sp>
        <p:nvSpPr>
          <p:cNvPr id="40" name="Google Shape;40;p8"/>
          <p:cNvSpPr txBox="1"/>
          <p:nvPr>
            <p:ph idx="1"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sp>
        <p:nvSpPr>
          <p:cNvPr id="41" name="Google Shape;41;p8"/>
          <p:cNvSpPr txBox="1"/>
          <p:nvPr>
            <p:ph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lvl1pPr lvl="0" algn="l">
              <a:lnSpc>
                <a:spcPct val="75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algn="l">
              <a:lnSpc>
                <a:spcPct val="80000"/>
              </a:lnSpc>
              <a:spcBef>
                <a:spcPts val="0"/>
              </a:spcBef>
              <a:spcAft>
                <a:spcPts val="0"/>
              </a:spcAft>
              <a:buSzPts val="5200"/>
              <a:buNone/>
              <a:defRPr sz="5200"/>
            </a:lvl2pPr>
            <a:lvl3pPr lvl="2" algn="l">
              <a:lnSpc>
                <a:spcPct val="80000"/>
              </a:lnSpc>
              <a:spcBef>
                <a:spcPts val="0"/>
              </a:spcBef>
              <a:spcAft>
                <a:spcPts val="0"/>
              </a:spcAft>
              <a:buSzPts val="5200"/>
              <a:buNone/>
              <a:defRPr sz="5200"/>
            </a:lvl3pPr>
            <a:lvl4pPr lvl="3" algn="l">
              <a:lnSpc>
                <a:spcPct val="80000"/>
              </a:lnSpc>
              <a:spcBef>
                <a:spcPts val="0"/>
              </a:spcBef>
              <a:spcAft>
                <a:spcPts val="0"/>
              </a:spcAft>
              <a:buSzPts val="5200"/>
              <a:buNone/>
              <a:defRPr sz="5200"/>
            </a:lvl4pPr>
            <a:lvl5pPr lvl="4" algn="l">
              <a:lnSpc>
                <a:spcPct val="80000"/>
              </a:lnSpc>
              <a:spcBef>
                <a:spcPts val="0"/>
              </a:spcBef>
              <a:spcAft>
                <a:spcPts val="0"/>
              </a:spcAft>
              <a:buSzPts val="5200"/>
              <a:buNone/>
              <a:defRPr sz="5200"/>
            </a:lvl5pPr>
            <a:lvl6pPr lvl="5" algn="l">
              <a:lnSpc>
                <a:spcPct val="80000"/>
              </a:lnSpc>
              <a:spcBef>
                <a:spcPts val="0"/>
              </a:spcBef>
              <a:spcAft>
                <a:spcPts val="0"/>
              </a:spcAft>
              <a:buSzPts val="5200"/>
              <a:buNone/>
              <a:defRPr sz="5200"/>
            </a:lvl6pPr>
            <a:lvl7pPr lvl="6" algn="l">
              <a:lnSpc>
                <a:spcPct val="80000"/>
              </a:lnSpc>
              <a:spcBef>
                <a:spcPts val="0"/>
              </a:spcBef>
              <a:spcAft>
                <a:spcPts val="0"/>
              </a:spcAft>
              <a:buSzPts val="5200"/>
              <a:buNone/>
              <a:defRPr sz="5200"/>
            </a:lvl7pPr>
            <a:lvl8pPr lvl="7" algn="l">
              <a:lnSpc>
                <a:spcPct val="80000"/>
              </a:lnSpc>
              <a:spcBef>
                <a:spcPts val="0"/>
              </a:spcBef>
              <a:spcAft>
                <a:spcPts val="0"/>
              </a:spcAft>
              <a:buSzPts val="5200"/>
              <a:buNone/>
              <a:defRPr sz="5200"/>
            </a:lvl8pPr>
            <a:lvl9pPr lvl="8" algn="l">
              <a:lnSpc>
                <a:spcPct val="80000"/>
              </a:lnSpc>
              <a:spcBef>
                <a:spcPts val="0"/>
              </a:spcBef>
              <a:spcAft>
                <a:spcPts val="0"/>
              </a:spcAft>
              <a:buSzPts val="5200"/>
              <a:buNone/>
              <a:defRPr sz="5200"/>
            </a:lvl9pPr>
          </a:lstStyle>
          <a:p/>
        </p:txBody>
      </p:sp>
      <p:pic>
        <p:nvPicPr>
          <p:cNvPr id="42" name="Google Shape;42;p8"/>
          <p:cNvPicPr preferRelativeResize="0"/>
          <p:nvPr/>
        </p:nvPicPr>
        <p:blipFill rotWithShape="1">
          <a:blip r:embed="rId2">
            <a:alphaModFix/>
          </a:blip>
          <a:srcRect b="0" l="0" r="0" t="0"/>
          <a:stretch/>
        </p:blipFill>
        <p:spPr>
          <a:xfrm>
            <a:off x="228600" y="4605495"/>
            <a:ext cx="1006623" cy="34557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3">
  <p:cSld name="TITLE_1_2">
    <p:bg>
      <p:bgPr>
        <a:solidFill>
          <a:schemeClr val="dk1"/>
        </a:solidFill>
      </p:bgPr>
    </p:bg>
    <p:spTree>
      <p:nvGrpSpPr>
        <p:cNvPr id="43" name="Shape 43"/>
        <p:cNvGrpSpPr/>
        <p:nvPr/>
      </p:nvGrpSpPr>
      <p:grpSpPr>
        <a:xfrm>
          <a:off x="0" y="0"/>
          <a:ext cx="0" cy="0"/>
          <a:chOff x="0" y="0"/>
          <a:chExt cx="0" cy="0"/>
        </a:xfrm>
      </p:grpSpPr>
      <p:sp>
        <p:nvSpPr>
          <p:cNvPr id="44" name="Google Shape;44;p9"/>
          <p:cNvSpPr txBox="1"/>
          <p:nvPr>
            <p:ph type="ctrTitle"/>
          </p:nvPr>
        </p:nvSpPr>
        <p:spPr>
          <a:xfrm>
            <a:off x="228600" y="1252638"/>
            <a:ext cx="5260200" cy="20526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algn="l">
              <a:lnSpc>
                <a:spcPct val="80000"/>
              </a:lnSpc>
              <a:spcBef>
                <a:spcPts val="0"/>
              </a:spcBef>
              <a:spcAft>
                <a:spcPts val="0"/>
              </a:spcAft>
              <a:buSzPts val="5200"/>
              <a:buNone/>
              <a:defRPr sz="5200"/>
            </a:lvl2pPr>
            <a:lvl3pPr lvl="2" algn="l">
              <a:lnSpc>
                <a:spcPct val="80000"/>
              </a:lnSpc>
              <a:spcBef>
                <a:spcPts val="0"/>
              </a:spcBef>
              <a:spcAft>
                <a:spcPts val="0"/>
              </a:spcAft>
              <a:buSzPts val="5200"/>
              <a:buNone/>
              <a:defRPr sz="5200"/>
            </a:lvl3pPr>
            <a:lvl4pPr lvl="3" algn="l">
              <a:lnSpc>
                <a:spcPct val="80000"/>
              </a:lnSpc>
              <a:spcBef>
                <a:spcPts val="0"/>
              </a:spcBef>
              <a:spcAft>
                <a:spcPts val="0"/>
              </a:spcAft>
              <a:buSzPts val="5200"/>
              <a:buNone/>
              <a:defRPr sz="5200"/>
            </a:lvl4pPr>
            <a:lvl5pPr lvl="4" algn="l">
              <a:lnSpc>
                <a:spcPct val="80000"/>
              </a:lnSpc>
              <a:spcBef>
                <a:spcPts val="0"/>
              </a:spcBef>
              <a:spcAft>
                <a:spcPts val="0"/>
              </a:spcAft>
              <a:buSzPts val="5200"/>
              <a:buNone/>
              <a:defRPr sz="5200"/>
            </a:lvl5pPr>
            <a:lvl6pPr lvl="5" algn="l">
              <a:lnSpc>
                <a:spcPct val="80000"/>
              </a:lnSpc>
              <a:spcBef>
                <a:spcPts val="0"/>
              </a:spcBef>
              <a:spcAft>
                <a:spcPts val="0"/>
              </a:spcAft>
              <a:buSzPts val="5200"/>
              <a:buNone/>
              <a:defRPr sz="5200"/>
            </a:lvl6pPr>
            <a:lvl7pPr lvl="6" algn="l">
              <a:lnSpc>
                <a:spcPct val="80000"/>
              </a:lnSpc>
              <a:spcBef>
                <a:spcPts val="0"/>
              </a:spcBef>
              <a:spcAft>
                <a:spcPts val="0"/>
              </a:spcAft>
              <a:buSzPts val="5200"/>
              <a:buNone/>
              <a:defRPr sz="5200"/>
            </a:lvl7pPr>
            <a:lvl8pPr lvl="7" algn="l">
              <a:lnSpc>
                <a:spcPct val="80000"/>
              </a:lnSpc>
              <a:spcBef>
                <a:spcPts val="0"/>
              </a:spcBef>
              <a:spcAft>
                <a:spcPts val="0"/>
              </a:spcAft>
              <a:buSzPts val="5200"/>
              <a:buNone/>
              <a:defRPr sz="5200"/>
            </a:lvl8pPr>
            <a:lvl9pPr lvl="8" algn="l">
              <a:lnSpc>
                <a:spcPct val="80000"/>
              </a:lnSpc>
              <a:spcBef>
                <a:spcPts val="0"/>
              </a:spcBef>
              <a:spcAft>
                <a:spcPts val="0"/>
              </a:spcAft>
              <a:buSzPts val="5200"/>
              <a:buNone/>
              <a:defRPr sz="5200"/>
            </a:lvl9pPr>
          </a:lstStyle>
          <a:p/>
        </p:txBody>
      </p:sp>
      <p:sp>
        <p:nvSpPr>
          <p:cNvPr id="45" name="Google Shape;45;p9"/>
          <p:cNvSpPr txBox="1"/>
          <p:nvPr>
            <p:ph idx="1" type="subTitle"/>
          </p:nvPr>
        </p:nvSpPr>
        <p:spPr>
          <a:xfrm>
            <a:off x="228600" y="3305238"/>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pic>
        <p:nvPicPr>
          <p:cNvPr id="46" name="Google Shape;46;p9"/>
          <p:cNvPicPr preferRelativeResize="0"/>
          <p:nvPr/>
        </p:nvPicPr>
        <p:blipFill rotWithShape="1">
          <a:blip r:embed="rId2">
            <a:alphaModFix/>
          </a:blip>
          <a:srcRect b="0" l="0" r="0" t="0"/>
          <a:stretch/>
        </p:blipFill>
        <p:spPr>
          <a:xfrm>
            <a:off x="228600" y="342895"/>
            <a:ext cx="1006623" cy="345579"/>
          </a:xfrm>
          <a:prstGeom prst="rect">
            <a:avLst/>
          </a:prstGeom>
          <a:noFill/>
          <a:ln>
            <a:noFill/>
          </a:ln>
        </p:spPr>
      </p:pic>
      <p:sp>
        <p:nvSpPr>
          <p:cNvPr id="47" name="Google Shape;47;p9"/>
          <p:cNvSpPr txBox="1"/>
          <p:nvPr/>
        </p:nvSpPr>
        <p:spPr>
          <a:xfrm>
            <a:off x="34971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DM Sans"/>
                <a:ea typeface="DM Sans"/>
                <a:cs typeface="DM Sans"/>
                <a:sym typeface="DM Sans"/>
              </a:rPr>
              <a:t>Copyright © 2025 Kyriba Corp. All rights reserved.</a:t>
            </a:r>
            <a:endParaRPr b="0" i="0" sz="600" u="none" cap="none" strike="noStrike">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DM Sans"/>
              <a:ea typeface="DM Sans"/>
              <a:cs typeface="DM Sans"/>
              <a:sym typeface="DM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48" name="Shape 48"/>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02">
  <p:cSld name="SECTION_HEADER_1">
    <p:bg>
      <p:bgPr>
        <a:solidFill>
          <a:schemeClr val="dk2"/>
        </a:solidFill>
      </p:bgPr>
    </p:bg>
    <p:spTree>
      <p:nvGrpSpPr>
        <p:cNvPr id="49" name="Shape 49"/>
        <p:cNvGrpSpPr/>
        <p:nvPr/>
      </p:nvGrpSpPr>
      <p:grpSpPr>
        <a:xfrm>
          <a:off x="0" y="0"/>
          <a:ext cx="0" cy="0"/>
          <a:chOff x="0" y="0"/>
          <a:chExt cx="0" cy="0"/>
        </a:xfrm>
      </p:grpSpPr>
      <p:sp>
        <p:nvSpPr>
          <p:cNvPr id="50" name="Google Shape;50;p11"/>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sp>
        <p:nvSpPr>
          <p:cNvPr id="51" name="Google Shape;51;p11"/>
          <p:cNvSpPr txBox="1"/>
          <p:nvPr>
            <p:ph type="title"/>
          </p:nvPr>
        </p:nvSpPr>
        <p:spPr>
          <a:xfrm>
            <a:off x="228600" y="1751875"/>
            <a:ext cx="5257800" cy="1082400"/>
          </a:xfrm>
          <a:prstGeom prst="rect">
            <a:avLst/>
          </a:prstGeom>
          <a:noFill/>
          <a:ln>
            <a:noFill/>
          </a:ln>
        </p:spPr>
        <p:txBody>
          <a:bodyPr anchorCtr="0" anchor="t" bIns="91425" lIns="91425" spcFirstLastPara="1" rIns="91425" wrap="square" tIns="91425">
            <a:spAutoFit/>
          </a:bodyPr>
          <a:lstStyle>
            <a:lvl1pPr lvl="0" algn="l">
              <a:lnSpc>
                <a:spcPct val="85000"/>
              </a:lnSpc>
              <a:spcBef>
                <a:spcPts val="0"/>
              </a:spcBef>
              <a:spcAft>
                <a:spcPts val="0"/>
              </a:spcAft>
              <a:buClr>
                <a:schemeClr val="lt1"/>
              </a:buClr>
              <a:buSzPts val="3600"/>
              <a:buFont typeface="DM Mono"/>
              <a:buNone/>
              <a:defRPr sz="3600">
                <a:solidFill>
                  <a:schemeClr val="lt1"/>
                </a:solidFill>
                <a:latin typeface="DM Mono"/>
                <a:ea typeface="DM Mono"/>
                <a:cs typeface="DM Mono"/>
                <a:sym typeface="DM Mono"/>
              </a:defRPr>
            </a:lvl1pPr>
            <a:lvl2pPr lvl="1" algn="l">
              <a:lnSpc>
                <a:spcPct val="80000"/>
              </a:lnSpc>
              <a:spcBef>
                <a:spcPts val="0"/>
              </a:spcBef>
              <a:spcAft>
                <a:spcPts val="0"/>
              </a:spcAft>
              <a:buClr>
                <a:schemeClr val="lt1"/>
              </a:buClr>
              <a:buSzPts val="3600"/>
              <a:buNone/>
              <a:defRPr sz="3600">
                <a:solidFill>
                  <a:schemeClr val="lt1"/>
                </a:solidFill>
              </a:defRPr>
            </a:lvl2pPr>
            <a:lvl3pPr lvl="2" algn="l">
              <a:lnSpc>
                <a:spcPct val="80000"/>
              </a:lnSpc>
              <a:spcBef>
                <a:spcPts val="0"/>
              </a:spcBef>
              <a:spcAft>
                <a:spcPts val="0"/>
              </a:spcAft>
              <a:buClr>
                <a:schemeClr val="lt1"/>
              </a:buClr>
              <a:buSzPts val="3600"/>
              <a:buNone/>
              <a:defRPr sz="3600">
                <a:solidFill>
                  <a:schemeClr val="lt1"/>
                </a:solidFill>
              </a:defRPr>
            </a:lvl3pPr>
            <a:lvl4pPr lvl="3" algn="l">
              <a:lnSpc>
                <a:spcPct val="80000"/>
              </a:lnSpc>
              <a:spcBef>
                <a:spcPts val="0"/>
              </a:spcBef>
              <a:spcAft>
                <a:spcPts val="0"/>
              </a:spcAft>
              <a:buClr>
                <a:schemeClr val="lt1"/>
              </a:buClr>
              <a:buSzPts val="3600"/>
              <a:buNone/>
              <a:defRPr sz="3600">
                <a:solidFill>
                  <a:schemeClr val="lt1"/>
                </a:solidFill>
              </a:defRPr>
            </a:lvl4pPr>
            <a:lvl5pPr lvl="4" algn="l">
              <a:lnSpc>
                <a:spcPct val="80000"/>
              </a:lnSpc>
              <a:spcBef>
                <a:spcPts val="0"/>
              </a:spcBef>
              <a:spcAft>
                <a:spcPts val="0"/>
              </a:spcAft>
              <a:buClr>
                <a:schemeClr val="lt1"/>
              </a:buClr>
              <a:buSzPts val="3600"/>
              <a:buNone/>
              <a:defRPr sz="3600">
                <a:solidFill>
                  <a:schemeClr val="lt1"/>
                </a:solidFill>
              </a:defRPr>
            </a:lvl5pPr>
            <a:lvl6pPr lvl="5" algn="l">
              <a:lnSpc>
                <a:spcPct val="80000"/>
              </a:lnSpc>
              <a:spcBef>
                <a:spcPts val="0"/>
              </a:spcBef>
              <a:spcAft>
                <a:spcPts val="0"/>
              </a:spcAft>
              <a:buClr>
                <a:schemeClr val="lt1"/>
              </a:buClr>
              <a:buSzPts val="3600"/>
              <a:buNone/>
              <a:defRPr sz="3600">
                <a:solidFill>
                  <a:schemeClr val="lt1"/>
                </a:solidFill>
              </a:defRPr>
            </a:lvl6pPr>
            <a:lvl7pPr lvl="6" algn="l">
              <a:lnSpc>
                <a:spcPct val="80000"/>
              </a:lnSpc>
              <a:spcBef>
                <a:spcPts val="0"/>
              </a:spcBef>
              <a:spcAft>
                <a:spcPts val="0"/>
              </a:spcAft>
              <a:buClr>
                <a:schemeClr val="lt1"/>
              </a:buClr>
              <a:buSzPts val="3600"/>
              <a:buNone/>
              <a:defRPr sz="3600">
                <a:solidFill>
                  <a:schemeClr val="lt1"/>
                </a:solidFill>
              </a:defRPr>
            </a:lvl7pPr>
            <a:lvl8pPr lvl="7" algn="l">
              <a:lnSpc>
                <a:spcPct val="80000"/>
              </a:lnSpc>
              <a:spcBef>
                <a:spcPts val="0"/>
              </a:spcBef>
              <a:spcAft>
                <a:spcPts val="0"/>
              </a:spcAft>
              <a:buClr>
                <a:schemeClr val="lt1"/>
              </a:buClr>
              <a:buSzPts val="3600"/>
              <a:buNone/>
              <a:defRPr sz="3600">
                <a:solidFill>
                  <a:schemeClr val="lt1"/>
                </a:solidFill>
              </a:defRPr>
            </a:lvl8pPr>
            <a:lvl9pPr lvl="8" algn="l">
              <a:lnSpc>
                <a:spcPct val="80000"/>
              </a:lnSpc>
              <a:spcBef>
                <a:spcPts val="0"/>
              </a:spcBef>
              <a:spcAft>
                <a:spcPts val="0"/>
              </a:spcAft>
              <a:buClr>
                <a:schemeClr val="lt1"/>
              </a:buClr>
              <a:buSzPts val="3600"/>
              <a:buNone/>
              <a:defRPr sz="3600">
                <a:solidFill>
                  <a:schemeClr val="lt1"/>
                </a:solidFill>
              </a:defRPr>
            </a:lvl9pPr>
          </a:lstStyle>
          <a:p/>
        </p:txBody>
      </p:sp>
      <p:sp>
        <p:nvSpPr>
          <p:cNvPr id="52" name="Google Shape;52;p11"/>
          <p:cNvSpPr txBox="1"/>
          <p:nvPr>
            <p:ph idx="1" type="subTitle"/>
          </p:nvPr>
        </p:nvSpPr>
        <p:spPr>
          <a:xfrm>
            <a:off x="228600" y="2834125"/>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algn="l">
              <a:lnSpc>
                <a:spcPct val="100000"/>
              </a:lnSpc>
              <a:spcBef>
                <a:spcPts val="0"/>
              </a:spcBef>
              <a:spcAft>
                <a:spcPts val="0"/>
              </a:spcAft>
              <a:buClr>
                <a:schemeClr val="lt1"/>
              </a:buClr>
              <a:buSzPts val="1700"/>
              <a:buNone/>
              <a:defRPr sz="1700">
                <a:solidFill>
                  <a:schemeClr val="lt1"/>
                </a:solidFill>
              </a:defRPr>
            </a:lvl2pPr>
            <a:lvl3pPr lvl="2" algn="l">
              <a:lnSpc>
                <a:spcPct val="100000"/>
              </a:lnSpc>
              <a:spcBef>
                <a:spcPts val="0"/>
              </a:spcBef>
              <a:spcAft>
                <a:spcPts val="0"/>
              </a:spcAft>
              <a:buClr>
                <a:schemeClr val="lt1"/>
              </a:buClr>
              <a:buSzPts val="1700"/>
              <a:buNone/>
              <a:defRPr sz="1700">
                <a:solidFill>
                  <a:schemeClr val="lt1"/>
                </a:solidFill>
              </a:defRPr>
            </a:lvl3pPr>
            <a:lvl4pPr lvl="3" algn="l">
              <a:lnSpc>
                <a:spcPct val="100000"/>
              </a:lnSpc>
              <a:spcBef>
                <a:spcPts val="0"/>
              </a:spcBef>
              <a:spcAft>
                <a:spcPts val="0"/>
              </a:spcAft>
              <a:buClr>
                <a:schemeClr val="lt1"/>
              </a:buClr>
              <a:buSzPts val="1700"/>
              <a:buNone/>
              <a:defRPr sz="1700">
                <a:solidFill>
                  <a:schemeClr val="lt1"/>
                </a:solidFill>
              </a:defRPr>
            </a:lvl4pPr>
            <a:lvl5pPr lvl="4" algn="l">
              <a:lnSpc>
                <a:spcPct val="100000"/>
              </a:lnSpc>
              <a:spcBef>
                <a:spcPts val="0"/>
              </a:spcBef>
              <a:spcAft>
                <a:spcPts val="0"/>
              </a:spcAft>
              <a:buClr>
                <a:schemeClr val="lt1"/>
              </a:buClr>
              <a:buSzPts val="1700"/>
              <a:buNone/>
              <a:defRPr sz="1700">
                <a:solidFill>
                  <a:schemeClr val="lt1"/>
                </a:solidFill>
              </a:defRPr>
            </a:lvl5pPr>
            <a:lvl6pPr lvl="5" algn="l">
              <a:lnSpc>
                <a:spcPct val="100000"/>
              </a:lnSpc>
              <a:spcBef>
                <a:spcPts val="0"/>
              </a:spcBef>
              <a:spcAft>
                <a:spcPts val="0"/>
              </a:spcAft>
              <a:buClr>
                <a:schemeClr val="lt1"/>
              </a:buClr>
              <a:buSzPts val="1700"/>
              <a:buNone/>
              <a:defRPr sz="1700">
                <a:solidFill>
                  <a:schemeClr val="lt1"/>
                </a:solidFill>
              </a:defRPr>
            </a:lvl6pPr>
            <a:lvl7pPr lvl="6" algn="l">
              <a:lnSpc>
                <a:spcPct val="100000"/>
              </a:lnSpc>
              <a:spcBef>
                <a:spcPts val="0"/>
              </a:spcBef>
              <a:spcAft>
                <a:spcPts val="0"/>
              </a:spcAft>
              <a:buClr>
                <a:schemeClr val="lt1"/>
              </a:buClr>
              <a:buSzPts val="1700"/>
              <a:buNone/>
              <a:defRPr sz="1700">
                <a:solidFill>
                  <a:schemeClr val="lt1"/>
                </a:solidFill>
              </a:defRPr>
            </a:lvl7pPr>
            <a:lvl8pPr lvl="7" algn="l">
              <a:lnSpc>
                <a:spcPct val="100000"/>
              </a:lnSpc>
              <a:spcBef>
                <a:spcPts val="0"/>
              </a:spcBef>
              <a:spcAft>
                <a:spcPts val="0"/>
              </a:spcAft>
              <a:buClr>
                <a:schemeClr val="lt1"/>
              </a:buClr>
              <a:buSzPts val="1700"/>
              <a:buNone/>
              <a:defRPr sz="1700">
                <a:solidFill>
                  <a:schemeClr val="lt1"/>
                </a:solidFill>
              </a:defRPr>
            </a:lvl8pPr>
            <a:lvl9pPr lvl="8" algn="l">
              <a:lnSpc>
                <a:spcPct val="100000"/>
              </a:lnSpc>
              <a:spcBef>
                <a:spcPts val="0"/>
              </a:spcBef>
              <a:spcAft>
                <a:spcPts val="0"/>
              </a:spcAft>
              <a:buClr>
                <a:schemeClr val="lt1"/>
              </a:buClr>
              <a:buSzPts val="1700"/>
              <a:buNone/>
              <a:defRPr sz="1700">
                <a:solidFill>
                  <a:schemeClr val="lt1"/>
                </a:solidFill>
              </a:defRPr>
            </a:lvl9pPr>
          </a:lstStyle>
          <a:p/>
        </p:txBody>
      </p:sp>
      <p:pic>
        <p:nvPicPr>
          <p:cNvPr id="53" name="Google Shape;53;p11"/>
          <p:cNvPicPr preferRelativeResize="0"/>
          <p:nvPr/>
        </p:nvPicPr>
        <p:blipFill rotWithShape="1">
          <a:blip r:embed="rId2">
            <a:alphaModFix/>
          </a:blip>
          <a:srcRect b="0" l="0" r="0" t="0"/>
          <a:stretch/>
        </p:blipFill>
        <p:spPr>
          <a:xfrm>
            <a:off x="228600" y="4741360"/>
            <a:ext cx="683399" cy="234058"/>
          </a:xfrm>
          <a:prstGeom prst="rect">
            <a:avLst/>
          </a:prstGeom>
          <a:noFill/>
          <a:ln>
            <a:noFill/>
          </a:ln>
        </p:spPr>
      </p:pic>
      <p:sp>
        <p:nvSpPr>
          <p:cNvPr id="54" name="Google Shape;54;p11"/>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DM Sans"/>
                <a:ea typeface="DM Sans"/>
                <a:cs typeface="DM Sans"/>
                <a:sym typeface="DM Sans"/>
              </a:rPr>
              <a:t>Copyright © 2025 Kyriba Corp. All rights reserved.</a:t>
            </a:r>
            <a:endParaRPr b="0" i="0" sz="600" u="none" cap="none" strike="noStrike">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DM Sans"/>
              <a:ea typeface="DM Sans"/>
              <a:cs typeface="DM Sans"/>
              <a:sym typeface="DM San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03" type="twoColTx">
  <p:cSld name="TITLE_AND_TWO_COLUMNS">
    <p:bg>
      <p:bgPr>
        <a:solidFill>
          <a:schemeClr val="lt1"/>
        </a:solidFill>
      </p:bgPr>
    </p:bg>
    <p:spTree>
      <p:nvGrpSpPr>
        <p:cNvPr id="55" name="Shape 55"/>
        <p:cNvGrpSpPr/>
        <p:nvPr/>
      </p:nvGrpSpPr>
      <p:grpSpPr>
        <a:xfrm>
          <a:off x="0" y="0"/>
          <a:ext cx="0" cy="0"/>
          <a:chOff x="0" y="0"/>
          <a:chExt cx="0" cy="0"/>
        </a:xfrm>
      </p:grpSpPr>
      <p:sp>
        <p:nvSpPr>
          <p:cNvPr id="56" name="Google Shape;56;p12"/>
          <p:cNvSpPr txBox="1"/>
          <p:nvPr>
            <p:ph type="title"/>
          </p:nvPr>
        </p:nvSpPr>
        <p:spPr>
          <a:xfrm>
            <a:off x="228600" y="342900"/>
            <a:ext cx="86868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57" name="Google Shape;57;p12"/>
          <p:cNvSpPr txBox="1"/>
          <p:nvPr>
            <p:ph idx="1" type="body"/>
          </p:nvPr>
        </p:nvSpPr>
        <p:spPr>
          <a:xfrm>
            <a:off x="228600" y="1152475"/>
            <a:ext cx="40830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Font typeface="DM Sans"/>
              <a:buChar char="●"/>
              <a:defRPr sz="1400">
                <a:latin typeface="DM Sans"/>
                <a:ea typeface="DM Sans"/>
                <a:cs typeface="DM Sans"/>
                <a:sym typeface="DM Sans"/>
              </a:defRPr>
            </a:lvl1pPr>
            <a:lvl2pPr indent="-304800" lvl="1" marL="914400" algn="l">
              <a:lnSpc>
                <a:spcPct val="115000"/>
              </a:lnSpc>
              <a:spcBef>
                <a:spcPts val="0"/>
              </a:spcBef>
              <a:spcAft>
                <a:spcPts val="0"/>
              </a:spcAft>
              <a:buSzPts val="1200"/>
              <a:buFont typeface="DM Sans"/>
              <a:buChar char="○"/>
              <a:defRPr sz="1200">
                <a:latin typeface="DM Sans"/>
                <a:ea typeface="DM Sans"/>
                <a:cs typeface="DM Sans"/>
                <a:sym typeface="DM Sans"/>
              </a:defRPr>
            </a:lvl2pPr>
            <a:lvl3pPr indent="-304800" lvl="2" marL="1371600" algn="l">
              <a:lnSpc>
                <a:spcPct val="115000"/>
              </a:lnSpc>
              <a:spcBef>
                <a:spcPts val="0"/>
              </a:spcBef>
              <a:spcAft>
                <a:spcPts val="0"/>
              </a:spcAft>
              <a:buSzPts val="1200"/>
              <a:buFont typeface="DM Sans"/>
              <a:buChar char="■"/>
              <a:defRPr sz="1200">
                <a:latin typeface="DM Sans"/>
                <a:ea typeface="DM Sans"/>
                <a:cs typeface="DM Sans"/>
                <a:sym typeface="DM Sans"/>
              </a:defRPr>
            </a:lvl3pPr>
            <a:lvl4pPr indent="-304800" lvl="3" marL="1828800" algn="l">
              <a:lnSpc>
                <a:spcPct val="115000"/>
              </a:lnSpc>
              <a:spcBef>
                <a:spcPts val="0"/>
              </a:spcBef>
              <a:spcAft>
                <a:spcPts val="0"/>
              </a:spcAft>
              <a:buSzPts val="1200"/>
              <a:buFont typeface="DM Sans"/>
              <a:buChar char="●"/>
              <a:defRPr sz="1200">
                <a:latin typeface="DM Sans"/>
                <a:ea typeface="DM Sans"/>
                <a:cs typeface="DM Sans"/>
                <a:sym typeface="DM Sans"/>
              </a:defRPr>
            </a:lvl4pPr>
            <a:lvl5pPr indent="-304800" lvl="4" marL="2286000" algn="l">
              <a:lnSpc>
                <a:spcPct val="115000"/>
              </a:lnSpc>
              <a:spcBef>
                <a:spcPts val="0"/>
              </a:spcBef>
              <a:spcAft>
                <a:spcPts val="0"/>
              </a:spcAft>
              <a:buSzPts val="1200"/>
              <a:buFont typeface="DM Sans"/>
              <a:buChar char="○"/>
              <a:defRPr sz="1200">
                <a:latin typeface="DM Sans"/>
                <a:ea typeface="DM Sans"/>
                <a:cs typeface="DM Sans"/>
                <a:sym typeface="DM Sans"/>
              </a:defRPr>
            </a:lvl5pPr>
            <a:lvl6pPr indent="-304800" lvl="5" marL="2743200" algn="l">
              <a:lnSpc>
                <a:spcPct val="115000"/>
              </a:lnSpc>
              <a:spcBef>
                <a:spcPts val="0"/>
              </a:spcBef>
              <a:spcAft>
                <a:spcPts val="0"/>
              </a:spcAft>
              <a:buSzPts val="1200"/>
              <a:buFont typeface="DM Sans"/>
              <a:buChar char="■"/>
              <a:defRPr sz="1200">
                <a:latin typeface="DM Sans"/>
                <a:ea typeface="DM Sans"/>
                <a:cs typeface="DM Sans"/>
                <a:sym typeface="DM Sans"/>
              </a:defRPr>
            </a:lvl6pPr>
            <a:lvl7pPr indent="-304800" lvl="6" marL="3200400" algn="l">
              <a:lnSpc>
                <a:spcPct val="115000"/>
              </a:lnSpc>
              <a:spcBef>
                <a:spcPts val="0"/>
              </a:spcBef>
              <a:spcAft>
                <a:spcPts val="0"/>
              </a:spcAft>
              <a:buSzPts val="1200"/>
              <a:buFont typeface="DM Sans"/>
              <a:buChar char="●"/>
              <a:defRPr sz="1200">
                <a:latin typeface="DM Sans"/>
                <a:ea typeface="DM Sans"/>
                <a:cs typeface="DM Sans"/>
                <a:sym typeface="DM Sans"/>
              </a:defRPr>
            </a:lvl7pPr>
            <a:lvl8pPr indent="-304800" lvl="7" marL="3657600" algn="l">
              <a:lnSpc>
                <a:spcPct val="115000"/>
              </a:lnSpc>
              <a:spcBef>
                <a:spcPts val="0"/>
              </a:spcBef>
              <a:spcAft>
                <a:spcPts val="0"/>
              </a:spcAft>
              <a:buSzPts val="1200"/>
              <a:buFont typeface="DM Sans"/>
              <a:buChar char="○"/>
              <a:defRPr sz="1200">
                <a:latin typeface="DM Sans"/>
                <a:ea typeface="DM Sans"/>
                <a:cs typeface="DM Sans"/>
                <a:sym typeface="DM Sans"/>
              </a:defRPr>
            </a:lvl8pPr>
            <a:lvl9pPr indent="-304800" lvl="8" marL="4114800" algn="l">
              <a:lnSpc>
                <a:spcPct val="115000"/>
              </a:lnSpc>
              <a:spcBef>
                <a:spcPts val="0"/>
              </a:spcBef>
              <a:spcAft>
                <a:spcPts val="0"/>
              </a:spcAft>
              <a:buSzPts val="1200"/>
              <a:buFont typeface="DM Sans"/>
              <a:buChar char="■"/>
              <a:defRPr sz="1200">
                <a:latin typeface="DM Sans"/>
                <a:ea typeface="DM Sans"/>
                <a:cs typeface="DM Sans"/>
                <a:sym typeface="DM Sans"/>
              </a:defRPr>
            </a:lvl9pPr>
          </a:lstStyle>
          <a:p/>
        </p:txBody>
      </p:sp>
      <p:sp>
        <p:nvSpPr>
          <p:cNvPr id="58" name="Google Shape;58;p12"/>
          <p:cNvSpPr txBox="1"/>
          <p:nvPr>
            <p:ph idx="2" type="body"/>
          </p:nvPr>
        </p:nvSpPr>
        <p:spPr>
          <a:xfrm>
            <a:off x="4832400" y="1152475"/>
            <a:ext cx="40830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Font typeface="DM Sans"/>
              <a:buChar char="●"/>
              <a:defRPr sz="1400">
                <a:latin typeface="DM Sans"/>
                <a:ea typeface="DM Sans"/>
                <a:cs typeface="DM Sans"/>
                <a:sym typeface="DM Sans"/>
              </a:defRPr>
            </a:lvl1pPr>
            <a:lvl2pPr indent="-304800" lvl="1" marL="914400" algn="l">
              <a:lnSpc>
                <a:spcPct val="115000"/>
              </a:lnSpc>
              <a:spcBef>
                <a:spcPts val="0"/>
              </a:spcBef>
              <a:spcAft>
                <a:spcPts val="0"/>
              </a:spcAft>
              <a:buSzPts val="1200"/>
              <a:buFont typeface="DM Sans"/>
              <a:buChar char="○"/>
              <a:defRPr sz="1200">
                <a:latin typeface="DM Sans"/>
                <a:ea typeface="DM Sans"/>
                <a:cs typeface="DM Sans"/>
                <a:sym typeface="DM Sans"/>
              </a:defRPr>
            </a:lvl2pPr>
            <a:lvl3pPr indent="-304800" lvl="2" marL="1371600" algn="l">
              <a:lnSpc>
                <a:spcPct val="115000"/>
              </a:lnSpc>
              <a:spcBef>
                <a:spcPts val="0"/>
              </a:spcBef>
              <a:spcAft>
                <a:spcPts val="0"/>
              </a:spcAft>
              <a:buSzPts val="1200"/>
              <a:buFont typeface="DM Sans"/>
              <a:buChar char="■"/>
              <a:defRPr sz="1200">
                <a:latin typeface="DM Sans"/>
                <a:ea typeface="DM Sans"/>
                <a:cs typeface="DM Sans"/>
                <a:sym typeface="DM Sans"/>
              </a:defRPr>
            </a:lvl3pPr>
            <a:lvl4pPr indent="-304800" lvl="3" marL="1828800" algn="l">
              <a:lnSpc>
                <a:spcPct val="115000"/>
              </a:lnSpc>
              <a:spcBef>
                <a:spcPts val="0"/>
              </a:spcBef>
              <a:spcAft>
                <a:spcPts val="0"/>
              </a:spcAft>
              <a:buSzPts val="1200"/>
              <a:buFont typeface="DM Sans"/>
              <a:buChar char="●"/>
              <a:defRPr sz="1200">
                <a:latin typeface="DM Sans"/>
                <a:ea typeface="DM Sans"/>
                <a:cs typeface="DM Sans"/>
                <a:sym typeface="DM Sans"/>
              </a:defRPr>
            </a:lvl4pPr>
            <a:lvl5pPr indent="-304800" lvl="4" marL="2286000" algn="l">
              <a:lnSpc>
                <a:spcPct val="115000"/>
              </a:lnSpc>
              <a:spcBef>
                <a:spcPts val="0"/>
              </a:spcBef>
              <a:spcAft>
                <a:spcPts val="0"/>
              </a:spcAft>
              <a:buSzPts val="1200"/>
              <a:buFont typeface="DM Sans"/>
              <a:buChar char="○"/>
              <a:defRPr sz="1200">
                <a:latin typeface="DM Sans"/>
                <a:ea typeface="DM Sans"/>
                <a:cs typeface="DM Sans"/>
                <a:sym typeface="DM Sans"/>
              </a:defRPr>
            </a:lvl5pPr>
            <a:lvl6pPr indent="-304800" lvl="5" marL="2743200" algn="l">
              <a:lnSpc>
                <a:spcPct val="115000"/>
              </a:lnSpc>
              <a:spcBef>
                <a:spcPts val="0"/>
              </a:spcBef>
              <a:spcAft>
                <a:spcPts val="0"/>
              </a:spcAft>
              <a:buSzPts val="1200"/>
              <a:buFont typeface="DM Sans"/>
              <a:buChar char="■"/>
              <a:defRPr sz="1200">
                <a:latin typeface="DM Sans"/>
                <a:ea typeface="DM Sans"/>
                <a:cs typeface="DM Sans"/>
                <a:sym typeface="DM Sans"/>
              </a:defRPr>
            </a:lvl6pPr>
            <a:lvl7pPr indent="-304800" lvl="6" marL="3200400" algn="l">
              <a:lnSpc>
                <a:spcPct val="115000"/>
              </a:lnSpc>
              <a:spcBef>
                <a:spcPts val="0"/>
              </a:spcBef>
              <a:spcAft>
                <a:spcPts val="0"/>
              </a:spcAft>
              <a:buSzPts val="1200"/>
              <a:buFont typeface="DM Sans"/>
              <a:buChar char="●"/>
              <a:defRPr sz="1200">
                <a:latin typeface="DM Sans"/>
                <a:ea typeface="DM Sans"/>
                <a:cs typeface="DM Sans"/>
                <a:sym typeface="DM Sans"/>
              </a:defRPr>
            </a:lvl7pPr>
            <a:lvl8pPr indent="-304800" lvl="7" marL="3657600" algn="l">
              <a:lnSpc>
                <a:spcPct val="115000"/>
              </a:lnSpc>
              <a:spcBef>
                <a:spcPts val="0"/>
              </a:spcBef>
              <a:spcAft>
                <a:spcPts val="0"/>
              </a:spcAft>
              <a:buSzPts val="1200"/>
              <a:buFont typeface="DM Sans"/>
              <a:buChar char="○"/>
              <a:defRPr sz="1200">
                <a:latin typeface="DM Sans"/>
                <a:ea typeface="DM Sans"/>
                <a:cs typeface="DM Sans"/>
                <a:sym typeface="DM Sans"/>
              </a:defRPr>
            </a:lvl8pPr>
            <a:lvl9pPr indent="-304800" lvl="8" marL="4114800" algn="l">
              <a:lnSpc>
                <a:spcPct val="115000"/>
              </a:lnSpc>
              <a:spcBef>
                <a:spcPts val="0"/>
              </a:spcBef>
              <a:spcAft>
                <a:spcPts val="0"/>
              </a:spcAft>
              <a:buSzPts val="1200"/>
              <a:buFont typeface="DM Sans"/>
              <a:buChar char="■"/>
              <a:defRPr sz="1200">
                <a:latin typeface="DM Sans"/>
                <a:ea typeface="DM Sans"/>
                <a:cs typeface="DM Sans"/>
                <a:sym typeface="DM Sans"/>
              </a:defRPr>
            </a:lvl9pPr>
          </a:lstStyle>
          <a:p/>
        </p:txBody>
      </p:sp>
      <p:sp>
        <p:nvSpPr>
          <p:cNvPr id="59" name="Google Shape;59;p12"/>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60" name="Google Shape;60;p12"/>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61" name="Google Shape;61;p12"/>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2025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01">
  <p:cSld name="MAIN_POINT">
    <p:bg>
      <p:bgPr>
        <a:solidFill>
          <a:schemeClr val="accent5"/>
        </a:solidFill>
      </p:bgPr>
    </p:bg>
    <p:spTree>
      <p:nvGrpSpPr>
        <p:cNvPr id="62" name="Shape 62"/>
        <p:cNvGrpSpPr/>
        <p:nvPr/>
      </p:nvGrpSpPr>
      <p:grpSpPr>
        <a:xfrm>
          <a:off x="0" y="0"/>
          <a:ext cx="0" cy="0"/>
          <a:chOff x="0" y="0"/>
          <a:chExt cx="0" cy="0"/>
        </a:xfrm>
      </p:grpSpPr>
      <p:sp>
        <p:nvSpPr>
          <p:cNvPr id="63" name="Google Shape;63;p13"/>
          <p:cNvSpPr txBox="1"/>
          <p:nvPr>
            <p:ph type="title"/>
          </p:nvPr>
        </p:nvSpPr>
        <p:spPr>
          <a:xfrm>
            <a:off x="228600" y="472800"/>
            <a:ext cx="6629400" cy="41979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4800"/>
              <a:buFont typeface="DM Mono"/>
              <a:buNone/>
              <a:defRPr sz="4800">
                <a:latin typeface="DM Mono"/>
                <a:ea typeface="DM Mono"/>
                <a:cs typeface="DM Mono"/>
                <a:sym typeface="DM Mono"/>
              </a:defRPr>
            </a:lvl1pPr>
            <a:lvl2pPr lvl="1"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2pPr>
            <a:lvl3pPr lvl="2"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3pPr>
            <a:lvl4pPr lvl="3"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4pPr>
            <a:lvl5pPr lvl="4"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5pPr>
            <a:lvl6pPr lvl="5"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6pPr>
            <a:lvl7pPr lvl="6"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7pPr>
            <a:lvl8pPr lvl="7"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8pPr>
            <a:lvl9pPr lvl="8"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9pPr>
          </a:lstStyle>
          <a:p/>
        </p:txBody>
      </p:sp>
      <p:sp>
        <p:nvSpPr>
          <p:cNvPr id="64" name="Google Shape;64;p13"/>
          <p:cNvSpPr/>
          <p:nvPr/>
        </p:nvSpPr>
        <p:spPr>
          <a:xfrm>
            <a:off x="0" y="0"/>
            <a:ext cx="9144000" cy="115200"/>
          </a:xfrm>
          <a:prstGeom prst="rect">
            <a:avLst/>
          </a:prstGeom>
          <a:solidFill>
            <a:srgbClr val="E6FF01"/>
          </a:solidFill>
          <a:ln cap="flat" cmpd="sng" w="9525">
            <a:solidFill>
              <a:srgbClr val="ECED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02">
  <p:cSld name="MAIN_POINT_2">
    <p:bg>
      <p:bgPr>
        <a:solidFill>
          <a:schemeClr val="lt2"/>
        </a:solidFill>
      </p:bgPr>
    </p:bg>
    <p:spTree>
      <p:nvGrpSpPr>
        <p:cNvPr id="65" name="Shape 65"/>
        <p:cNvGrpSpPr/>
        <p:nvPr/>
      </p:nvGrpSpPr>
      <p:grpSpPr>
        <a:xfrm>
          <a:off x="0" y="0"/>
          <a:ext cx="0" cy="0"/>
          <a:chOff x="0" y="0"/>
          <a:chExt cx="0" cy="0"/>
        </a:xfrm>
      </p:grpSpPr>
      <p:sp>
        <p:nvSpPr>
          <p:cNvPr id="66" name="Google Shape;66;p14"/>
          <p:cNvSpPr txBox="1"/>
          <p:nvPr>
            <p:ph type="title"/>
          </p:nvPr>
        </p:nvSpPr>
        <p:spPr>
          <a:xfrm>
            <a:off x="228600" y="472800"/>
            <a:ext cx="6629400" cy="41979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4800"/>
              <a:buFont typeface="DM Mono"/>
              <a:buNone/>
              <a:defRPr sz="4800">
                <a:latin typeface="DM Mono"/>
                <a:ea typeface="DM Mono"/>
                <a:cs typeface="DM Mono"/>
                <a:sym typeface="DM Mono"/>
              </a:defRPr>
            </a:lvl1pPr>
            <a:lvl2pPr lvl="1"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2pPr>
            <a:lvl3pPr lvl="2"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3pPr>
            <a:lvl4pPr lvl="3"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4pPr>
            <a:lvl5pPr lvl="4"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5pPr>
            <a:lvl6pPr lvl="5"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6pPr>
            <a:lvl7pPr lvl="6"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7pPr>
            <a:lvl8pPr lvl="7"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8pPr>
            <a:lvl9pPr lvl="8"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9pPr>
          </a:lstStyle>
          <a:p/>
        </p:txBody>
      </p:sp>
      <p:sp>
        <p:nvSpPr>
          <p:cNvPr id="67" name="Google Shape;67;p14"/>
          <p:cNvSpPr/>
          <p:nvPr/>
        </p:nvSpPr>
        <p:spPr>
          <a:xfrm>
            <a:off x="0" y="0"/>
            <a:ext cx="9144000" cy="115200"/>
          </a:xfrm>
          <a:prstGeom prst="rect">
            <a:avLst/>
          </a:prstGeom>
          <a:solidFill>
            <a:srgbClr val="247094"/>
          </a:solidFill>
          <a:ln cap="flat" cmpd="sng" w="9525">
            <a:solidFill>
              <a:srgbClr val="ECED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03">
  <p:cSld name="MAIN_POINT_2_1">
    <p:bg>
      <p:bgPr>
        <a:solidFill>
          <a:schemeClr val="dk2"/>
        </a:solidFill>
      </p:bgPr>
    </p:bg>
    <p:spTree>
      <p:nvGrpSpPr>
        <p:cNvPr id="68" name="Shape 68"/>
        <p:cNvGrpSpPr/>
        <p:nvPr/>
      </p:nvGrpSpPr>
      <p:grpSpPr>
        <a:xfrm>
          <a:off x="0" y="0"/>
          <a:ext cx="0" cy="0"/>
          <a:chOff x="0" y="0"/>
          <a:chExt cx="0" cy="0"/>
        </a:xfrm>
      </p:grpSpPr>
      <p:sp>
        <p:nvSpPr>
          <p:cNvPr id="69" name="Google Shape;69;p15"/>
          <p:cNvSpPr txBox="1"/>
          <p:nvPr>
            <p:ph type="title"/>
          </p:nvPr>
        </p:nvSpPr>
        <p:spPr>
          <a:xfrm>
            <a:off x="228600" y="472800"/>
            <a:ext cx="6629400" cy="41979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Clr>
                <a:schemeClr val="lt1"/>
              </a:buClr>
              <a:buSzPts val="4800"/>
              <a:buFont typeface="DM Mono"/>
              <a:buNone/>
              <a:defRPr sz="4800">
                <a:solidFill>
                  <a:schemeClr val="lt1"/>
                </a:solidFill>
                <a:latin typeface="DM Mono"/>
                <a:ea typeface="DM Mono"/>
                <a:cs typeface="DM Mono"/>
                <a:sym typeface="DM Mono"/>
              </a:defRPr>
            </a:lvl1pPr>
            <a:lvl2pPr lvl="1"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2pPr>
            <a:lvl3pPr lvl="2"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3pPr>
            <a:lvl4pPr lvl="3"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4pPr>
            <a:lvl5pPr lvl="4"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5pPr>
            <a:lvl6pPr lvl="5"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6pPr>
            <a:lvl7pPr lvl="6"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7pPr>
            <a:lvl8pPr lvl="7"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8pPr>
            <a:lvl9pPr lvl="8"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9pPr>
          </a:lstStyle>
          <a:p/>
        </p:txBody>
      </p:sp>
      <p:sp>
        <p:nvSpPr>
          <p:cNvPr id="70" name="Google Shape;70;p15"/>
          <p:cNvSpPr/>
          <p:nvPr/>
        </p:nvSpPr>
        <p:spPr>
          <a:xfrm>
            <a:off x="0" y="0"/>
            <a:ext cx="9144000" cy="1152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lt1"/>
        </a:solidFill>
      </p:bgPr>
    </p:bg>
    <p:spTree>
      <p:nvGrpSpPr>
        <p:cNvPr id="71" name="Shape 71"/>
        <p:cNvGrpSpPr/>
        <p:nvPr/>
      </p:nvGrpSpPr>
      <p:grpSpPr>
        <a:xfrm>
          <a:off x="0" y="0"/>
          <a:ext cx="0" cy="0"/>
          <a:chOff x="0" y="0"/>
          <a:chExt cx="0" cy="0"/>
        </a:xfrm>
      </p:grpSpPr>
      <p:sp>
        <p:nvSpPr>
          <p:cNvPr id="72" name="Google Shape;72;p16"/>
          <p:cNvSpPr txBox="1"/>
          <p:nvPr>
            <p:ph idx="1" type="body"/>
          </p:nvPr>
        </p:nvSpPr>
        <p:spPr>
          <a:xfrm>
            <a:off x="228600" y="1389600"/>
            <a:ext cx="3861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Font typeface="DM Sans"/>
              <a:buChar char="●"/>
              <a:defRPr sz="1200">
                <a:latin typeface="DM Sans"/>
                <a:ea typeface="DM Sans"/>
                <a:cs typeface="DM Sans"/>
                <a:sym typeface="DM Sans"/>
              </a:defRPr>
            </a:lvl1pPr>
            <a:lvl2pPr indent="-304800" lvl="1" marL="914400" algn="l">
              <a:lnSpc>
                <a:spcPct val="115000"/>
              </a:lnSpc>
              <a:spcBef>
                <a:spcPts val="0"/>
              </a:spcBef>
              <a:spcAft>
                <a:spcPts val="0"/>
              </a:spcAft>
              <a:buSzPts val="1200"/>
              <a:buFont typeface="DM Sans"/>
              <a:buChar char="○"/>
              <a:defRPr sz="1200">
                <a:latin typeface="DM Sans"/>
                <a:ea typeface="DM Sans"/>
                <a:cs typeface="DM Sans"/>
                <a:sym typeface="DM Sans"/>
              </a:defRPr>
            </a:lvl2pPr>
            <a:lvl3pPr indent="-304800" lvl="2" marL="1371600" algn="l">
              <a:lnSpc>
                <a:spcPct val="115000"/>
              </a:lnSpc>
              <a:spcBef>
                <a:spcPts val="0"/>
              </a:spcBef>
              <a:spcAft>
                <a:spcPts val="0"/>
              </a:spcAft>
              <a:buSzPts val="1200"/>
              <a:buFont typeface="DM Sans"/>
              <a:buChar char="■"/>
              <a:defRPr sz="1200">
                <a:latin typeface="DM Sans"/>
                <a:ea typeface="DM Sans"/>
                <a:cs typeface="DM Sans"/>
                <a:sym typeface="DM Sans"/>
              </a:defRPr>
            </a:lvl3pPr>
            <a:lvl4pPr indent="-304800" lvl="3" marL="1828800" algn="l">
              <a:lnSpc>
                <a:spcPct val="115000"/>
              </a:lnSpc>
              <a:spcBef>
                <a:spcPts val="0"/>
              </a:spcBef>
              <a:spcAft>
                <a:spcPts val="0"/>
              </a:spcAft>
              <a:buSzPts val="1200"/>
              <a:buFont typeface="DM Sans"/>
              <a:buChar char="●"/>
              <a:defRPr sz="1200">
                <a:latin typeface="DM Sans"/>
                <a:ea typeface="DM Sans"/>
                <a:cs typeface="DM Sans"/>
                <a:sym typeface="DM Sans"/>
              </a:defRPr>
            </a:lvl4pPr>
            <a:lvl5pPr indent="-304800" lvl="4" marL="2286000" algn="l">
              <a:lnSpc>
                <a:spcPct val="115000"/>
              </a:lnSpc>
              <a:spcBef>
                <a:spcPts val="0"/>
              </a:spcBef>
              <a:spcAft>
                <a:spcPts val="0"/>
              </a:spcAft>
              <a:buSzPts val="1200"/>
              <a:buFont typeface="DM Sans"/>
              <a:buChar char="○"/>
              <a:defRPr sz="1200">
                <a:latin typeface="DM Sans"/>
                <a:ea typeface="DM Sans"/>
                <a:cs typeface="DM Sans"/>
                <a:sym typeface="DM Sans"/>
              </a:defRPr>
            </a:lvl5pPr>
            <a:lvl6pPr indent="-304800" lvl="5" marL="2743200" algn="l">
              <a:lnSpc>
                <a:spcPct val="115000"/>
              </a:lnSpc>
              <a:spcBef>
                <a:spcPts val="0"/>
              </a:spcBef>
              <a:spcAft>
                <a:spcPts val="0"/>
              </a:spcAft>
              <a:buSzPts val="1200"/>
              <a:buFont typeface="DM Sans"/>
              <a:buChar char="■"/>
              <a:defRPr sz="1200">
                <a:latin typeface="DM Sans"/>
                <a:ea typeface="DM Sans"/>
                <a:cs typeface="DM Sans"/>
                <a:sym typeface="DM Sans"/>
              </a:defRPr>
            </a:lvl6pPr>
            <a:lvl7pPr indent="-304800" lvl="6" marL="3200400" algn="l">
              <a:lnSpc>
                <a:spcPct val="115000"/>
              </a:lnSpc>
              <a:spcBef>
                <a:spcPts val="0"/>
              </a:spcBef>
              <a:spcAft>
                <a:spcPts val="0"/>
              </a:spcAft>
              <a:buSzPts val="1200"/>
              <a:buFont typeface="DM Sans"/>
              <a:buChar char="●"/>
              <a:defRPr sz="1200">
                <a:latin typeface="DM Sans"/>
                <a:ea typeface="DM Sans"/>
                <a:cs typeface="DM Sans"/>
                <a:sym typeface="DM Sans"/>
              </a:defRPr>
            </a:lvl7pPr>
            <a:lvl8pPr indent="-304800" lvl="7" marL="3657600" algn="l">
              <a:lnSpc>
                <a:spcPct val="115000"/>
              </a:lnSpc>
              <a:spcBef>
                <a:spcPts val="0"/>
              </a:spcBef>
              <a:spcAft>
                <a:spcPts val="0"/>
              </a:spcAft>
              <a:buSzPts val="1200"/>
              <a:buFont typeface="DM Sans"/>
              <a:buChar char="○"/>
              <a:defRPr sz="1200">
                <a:latin typeface="DM Sans"/>
                <a:ea typeface="DM Sans"/>
                <a:cs typeface="DM Sans"/>
                <a:sym typeface="DM Sans"/>
              </a:defRPr>
            </a:lvl8pPr>
            <a:lvl9pPr indent="-304800" lvl="8" marL="4114800" algn="l">
              <a:lnSpc>
                <a:spcPct val="115000"/>
              </a:lnSpc>
              <a:spcBef>
                <a:spcPts val="0"/>
              </a:spcBef>
              <a:spcAft>
                <a:spcPts val="0"/>
              </a:spcAft>
              <a:buSzPts val="1200"/>
              <a:buFont typeface="DM Sans"/>
              <a:buChar char="■"/>
              <a:defRPr sz="1200">
                <a:latin typeface="DM Sans"/>
                <a:ea typeface="DM Sans"/>
                <a:cs typeface="DM Sans"/>
                <a:sym typeface="DM Sans"/>
              </a:defRPr>
            </a:lvl9pPr>
          </a:lstStyle>
          <a:p/>
        </p:txBody>
      </p:sp>
      <p:sp>
        <p:nvSpPr>
          <p:cNvPr id="73" name="Google Shape;73;p16"/>
          <p:cNvSpPr txBox="1"/>
          <p:nvPr>
            <p:ph type="title"/>
          </p:nvPr>
        </p:nvSpPr>
        <p:spPr>
          <a:xfrm>
            <a:off x="228600" y="342900"/>
            <a:ext cx="50982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74" name="Google Shape;74;p16"/>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75" name="Google Shape;75;p16"/>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76" name="Google Shape;76;p16"/>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2024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77" name="Shape 77"/>
        <p:cNvGrpSpPr/>
        <p:nvPr/>
      </p:nvGrpSpPr>
      <p:grpSpPr>
        <a:xfrm>
          <a:off x="0" y="0"/>
          <a:ext cx="0" cy="0"/>
          <a:chOff x="0" y="0"/>
          <a:chExt cx="0" cy="0"/>
        </a:xfrm>
      </p:grpSpPr>
      <p:sp>
        <p:nvSpPr>
          <p:cNvPr id="78" name="Google Shape;78;p17"/>
          <p:cNvSpPr txBox="1"/>
          <p:nvPr>
            <p:ph type="title"/>
          </p:nvPr>
        </p:nvSpPr>
        <p:spPr>
          <a:xfrm>
            <a:off x="228600" y="342900"/>
            <a:ext cx="52578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79" name="Google Shape;79;p17"/>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80" name="Google Shape;80;p17"/>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81" name="Google Shape;81;p17"/>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2024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 Dark Background">
  <p:cSld name="CAPTION_ONLY_1">
    <p:bg>
      <p:bgPr>
        <a:solidFill>
          <a:schemeClr val="dk1"/>
        </a:solidFill>
      </p:bgPr>
    </p:bg>
    <p:spTree>
      <p:nvGrpSpPr>
        <p:cNvPr id="82" name="Shape 82"/>
        <p:cNvGrpSpPr/>
        <p:nvPr/>
      </p:nvGrpSpPr>
      <p:grpSpPr>
        <a:xfrm>
          <a:off x="0" y="0"/>
          <a:ext cx="0" cy="0"/>
          <a:chOff x="0" y="0"/>
          <a:chExt cx="0" cy="0"/>
        </a:xfrm>
      </p:grpSpPr>
      <p:sp>
        <p:nvSpPr>
          <p:cNvPr id="83" name="Google Shape;83;p18"/>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pic>
        <p:nvPicPr>
          <p:cNvPr id="84" name="Google Shape;84;p18"/>
          <p:cNvPicPr preferRelativeResize="0"/>
          <p:nvPr/>
        </p:nvPicPr>
        <p:blipFill rotWithShape="1">
          <a:blip r:embed="rId2">
            <a:alphaModFix/>
          </a:blip>
          <a:srcRect b="0" l="0" r="0" t="0"/>
          <a:stretch/>
        </p:blipFill>
        <p:spPr>
          <a:xfrm>
            <a:off x="228600" y="4741100"/>
            <a:ext cx="683274" cy="234575"/>
          </a:xfrm>
          <a:prstGeom prst="rect">
            <a:avLst/>
          </a:prstGeom>
          <a:noFill/>
          <a:ln>
            <a:noFill/>
          </a:ln>
        </p:spPr>
      </p:pic>
      <p:sp>
        <p:nvSpPr>
          <p:cNvPr id="85" name="Google Shape;85;p18"/>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DM Sans"/>
                <a:ea typeface="DM Sans"/>
                <a:cs typeface="DM Sans"/>
                <a:sym typeface="DM Sans"/>
              </a:rPr>
              <a:t>Copyright © 2024 Kyriba Corp. All rights reserved.</a:t>
            </a:r>
            <a:endParaRPr b="0" i="0" sz="600" u="none" cap="none" strike="noStrike">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DM Sans"/>
              <a:ea typeface="DM Sans"/>
              <a:cs typeface="DM Sans"/>
              <a:sym typeface="DM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01">
  <p:cSld name="SECTION_TITLE_AND_DESCRIPTION">
    <p:bg>
      <p:bgPr>
        <a:solidFill>
          <a:schemeClr val="lt1"/>
        </a:solidFill>
      </p:bgPr>
    </p:bg>
    <p:spTree>
      <p:nvGrpSpPr>
        <p:cNvPr id="86" name="Shape 86"/>
        <p:cNvGrpSpPr/>
        <p:nvPr/>
      </p:nvGrpSpPr>
      <p:grpSpPr>
        <a:xfrm>
          <a:off x="0" y="0"/>
          <a:ext cx="0" cy="0"/>
          <a:chOff x="0" y="0"/>
          <a:chExt cx="0" cy="0"/>
        </a:xfrm>
      </p:grpSpPr>
      <p:sp>
        <p:nvSpPr>
          <p:cNvPr id="87" name="Google Shape;87;p19"/>
          <p:cNvSpPr txBox="1"/>
          <p:nvPr>
            <p:ph type="title"/>
          </p:nvPr>
        </p:nvSpPr>
        <p:spPr>
          <a:xfrm>
            <a:off x="228600" y="342900"/>
            <a:ext cx="30363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88" name="Google Shape;88;p19"/>
          <p:cNvSpPr txBox="1"/>
          <p:nvPr>
            <p:ph idx="1" type="body"/>
          </p:nvPr>
        </p:nvSpPr>
        <p:spPr>
          <a:xfrm>
            <a:off x="228600" y="1152475"/>
            <a:ext cx="39966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89" name="Google Shape;89;p19"/>
          <p:cNvSpPr/>
          <p:nvPr/>
        </p:nvSpPr>
        <p:spPr>
          <a:xfrm>
            <a:off x="4742550" y="170400"/>
            <a:ext cx="4230900" cy="4802700"/>
          </a:xfrm>
          <a:prstGeom prst="roundRect">
            <a:avLst>
              <a:gd fmla="val 3395"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Font typeface="DM Sans"/>
              <a:buChar char="●"/>
              <a:defRPr sz="1000">
                <a:latin typeface="DM Sans"/>
                <a:ea typeface="DM Sans"/>
                <a:cs typeface="DM Sans"/>
                <a:sym typeface="DM Sans"/>
              </a:defRPr>
            </a:lvl1pPr>
            <a:lvl2pPr indent="-266700" lvl="1" marL="914400" algn="l">
              <a:lnSpc>
                <a:spcPct val="115000"/>
              </a:lnSpc>
              <a:spcBef>
                <a:spcPts val="0"/>
              </a:spcBef>
              <a:spcAft>
                <a:spcPts val="0"/>
              </a:spcAft>
              <a:buSzPts val="600"/>
              <a:buFont typeface="DM Sans"/>
              <a:buChar char="○"/>
              <a:defRPr sz="600">
                <a:latin typeface="DM Sans"/>
                <a:ea typeface="DM Sans"/>
                <a:cs typeface="DM Sans"/>
                <a:sym typeface="DM Sans"/>
              </a:defRPr>
            </a:lvl2pPr>
            <a:lvl3pPr indent="-266700" lvl="2" marL="1371600" algn="l">
              <a:lnSpc>
                <a:spcPct val="115000"/>
              </a:lnSpc>
              <a:spcBef>
                <a:spcPts val="0"/>
              </a:spcBef>
              <a:spcAft>
                <a:spcPts val="0"/>
              </a:spcAft>
              <a:buSzPts val="600"/>
              <a:buFont typeface="DM Sans"/>
              <a:buChar char="■"/>
              <a:defRPr sz="600">
                <a:latin typeface="DM Sans"/>
                <a:ea typeface="DM Sans"/>
                <a:cs typeface="DM Sans"/>
                <a:sym typeface="DM Sans"/>
              </a:defRPr>
            </a:lvl3pPr>
            <a:lvl4pPr indent="-266700" lvl="3" marL="1828800" algn="l">
              <a:lnSpc>
                <a:spcPct val="115000"/>
              </a:lnSpc>
              <a:spcBef>
                <a:spcPts val="0"/>
              </a:spcBef>
              <a:spcAft>
                <a:spcPts val="0"/>
              </a:spcAft>
              <a:buSzPts val="600"/>
              <a:buFont typeface="DM Sans"/>
              <a:buChar char="●"/>
              <a:defRPr sz="600">
                <a:latin typeface="DM Sans"/>
                <a:ea typeface="DM Sans"/>
                <a:cs typeface="DM Sans"/>
                <a:sym typeface="DM Sans"/>
              </a:defRPr>
            </a:lvl4pPr>
            <a:lvl5pPr indent="-266700" lvl="4" marL="2286000" algn="l">
              <a:lnSpc>
                <a:spcPct val="115000"/>
              </a:lnSpc>
              <a:spcBef>
                <a:spcPts val="0"/>
              </a:spcBef>
              <a:spcAft>
                <a:spcPts val="0"/>
              </a:spcAft>
              <a:buSzPts val="600"/>
              <a:buFont typeface="DM Sans"/>
              <a:buChar char="○"/>
              <a:defRPr sz="600">
                <a:latin typeface="DM Sans"/>
                <a:ea typeface="DM Sans"/>
                <a:cs typeface="DM Sans"/>
                <a:sym typeface="DM Sans"/>
              </a:defRPr>
            </a:lvl5pPr>
            <a:lvl6pPr indent="-266700" lvl="5" marL="2743200" algn="l">
              <a:lnSpc>
                <a:spcPct val="115000"/>
              </a:lnSpc>
              <a:spcBef>
                <a:spcPts val="0"/>
              </a:spcBef>
              <a:spcAft>
                <a:spcPts val="0"/>
              </a:spcAft>
              <a:buSzPts val="600"/>
              <a:buFont typeface="DM Sans"/>
              <a:buChar char="■"/>
              <a:defRPr sz="600">
                <a:latin typeface="DM Sans"/>
                <a:ea typeface="DM Sans"/>
                <a:cs typeface="DM Sans"/>
                <a:sym typeface="DM Sans"/>
              </a:defRPr>
            </a:lvl6pPr>
            <a:lvl7pPr indent="-266700" lvl="6" marL="3200400" algn="l">
              <a:lnSpc>
                <a:spcPct val="115000"/>
              </a:lnSpc>
              <a:spcBef>
                <a:spcPts val="0"/>
              </a:spcBef>
              <a:spcAft>
                <a:spcPts val="0"/>
              </a:spcAft>
              <a:buSzPts val="600"/>
              <a:buFont typeface="DM Sans"/>
              <a:buChar char="●"/>
              <a:defRPr sz="600">
                <a:latin typeface="DM Sans"/>
                <a:ea typeface="DM Sans"/>
                <a:cs typeface="DM Sans"/>
                <a:sym typeface="DM Sans"/>
              </a:defRPr>
            </a:lvl7pPr>
            <a:lvl8pPr indent="-266700" lvl="7" marL="3657600" algn="l">
              <a:lnSpc>
                <a:spcPct val="115000"/>
              </a:lnSpc>
              <a:spcBef>
                <a:spcPts val="0"/>
              </a:spcBef>
              <a:spcAft>
                <a:spcPts val="0"/>
              </a:spcAft>
              <a:buSzPts val="600"/>
              <a:buFont typeface="DM Sans"/>
              <a:buChar char="○"/>
              <a:defRPr sz="600">
                <a:latin typeface="DM Sans"/>
                <a:ea typeface="DM Sans"/>
                <a:cs typeface="DM Sans"/>
                <a:sym typeface="DM Sans"/>
              </a:defRPr>
            </a:lvl8pPr>
            <a:lvl9pPr indent="-266700" lvl="8" marL="4114800" algn="l">
              <a:lnSpc>
                <a:spcPct val="115000"/>
              </a:lnSpc>
              <a:spcBef>
                <a:spcPts val="0"/>
              </a:spcBef>
              <a:spcAft>
                <a:spcPts val="0"/>
              </a:spcAft>
              <a:buSzPts val="600"/>
              <a:buFont typeface="DM Sans"/>
              <a:buChar char="■"/>
              <a:defRPr sz="600">
                <a:latin typeface="DM Sans"/>
                <a:ea typeface="DM Sans"/>
                <a:cs typeface="DM Sans"/>
                <a:sym typeface="DM Sans"/>
              </a:defRPr>
            </a:lvl9pPr>
          </a:lstStyle>
          <a:p/>
        </p:txBody>
      </p:sp>
      <p:pic>
        <p:nvPicPr>
          <p:cNvPr id="91" name="Google Shape;91;p19"/>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Page Number">
  <p:cSld name="CAPTION_ONLY_3">
    <p:bg>
      <p:bgPr>
        <a:solidFill>
          <a:schemeClr val="lt1"/>
        </a:solidFill>
      </p:bgPr>
    </p:bg>
    <p:spTree>
      <p:nvGrpSpPr>
        <p:cNvPr id="92" name="Shape 92"/>
        <p:cNvGrpSpPr/>
        <p:nvPr/>
      </p:nvGrpSpPr>
      <p:grpSpPr>
        <a:xfrm>
          <a:off x="0" y="0"/>
          <a:ext cx="0" cy="0"/>
          <a:chOff x="0" y="0"/>
          <a:chExt cx="0" cy="0"/>
        </a:xfrm>
      </p:grpSpPr>
      <p:sp>
        <p:nvSpPr>
          <p:cNvPr id="93" name="Google Shape;93;p20"/>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CAPTION_ONLY_1_1">
    <p:bg>
      <p:bgPr>
        <a:solidFill>
          <a:schemeClr val="dk1"/>
        </a:solidFill>
      </p:bgPr>
    </p:bg>
    <p:spTree>
      <p:nvGrpSpPr>
        <p:cNvPr id="94" name="Shape 94"/>
        <p:cNvGrpSpPr/>
        <p:nvPr/>
      </p:nvGrpSpPr>
      <p:grpSpPr>
        <a:xfrm>
          <a:off x="0" y="0"/>
          <a:ext cx="0" cy="0"/>
          <a:chOff x="0" y="0"/>
          <a:chExt cx="0" cy="0"/>
        </a:xfrm>
      </p:grpSpPr>
      <p:sp>
        <p:nvSpPr>
          <p:cNvPr id="95" name="Google Shape;95;p21"/>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pic>
        <p:nvPicPr>
          <p:cNvPr id="96" name="Google Shape;96;p21"/>
          <p:cNvPicPr preferRelativeResize="0"/>
          <p:nvPr/>
        </p:nvPicPr>
        <p:blipFill rotWithShape="1">
          <a:blip r:embed="rId2">
            <a:alphaModFix/>
          </a:blip>
          <a:srcRect b="0" l="0" r="0" t="0"/>
          <a:stretch/>
        </p:blipFill>
        <p:spPr>
          <a:xfrm>
            <a:off x="228600" y="4605495"/>
            <a:ext cx="1006623" cy="345579"/>
          </a:xfrm>
          <a:prstGeom prst="rect">
            <a:avLst/>
          </a:prstGeom>
          <a:noFill/>
          <a:ln>
            <a:noFill/>
          </a:ln>
        </p:spPr>
      </p:pic>
      <p:sp>
        <p:nvSpPr>
          <p:cNvPr id="97" name="Google Shape;97;p21"/>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DM Sans"/>
                <a:ea typeface="DM Sans"/>
                <a:cs typeface="DM Sans"/>
                <a:sym typeface="DM Sans"/>
              </a:rPr>
              <a:t>Copyright © 2024 Kyriba Corp. All rights reserved.</a:t>
            </a:r>
            <a:endParaRPr b="0" i="0" sz="600" u="none" cap="none" strike="noStrike">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DM Sans"/>
              <a:ea typeface="DM Sans"/>
              <a:cs typeface="DM Sans"/>
              <a:sym typeface="DM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p:cSld name="MAIN_POINT_1">
    <p:bg>
      <p:bgPr>
        <a:solidFill>
          <a:schemeClr val="dk2"/>
        </a:solidFill>
      </p:bgPr>
    </p:bg>
    <p:spTree>
      <p:nvGrpSpPr>
        <p:cNvPr id="98" name="Shape 98"/>
        <p:cNvGrpSpPr/>
        <p:nvPr/>
      </p:nvGrpSpPr>
      <p:grpSpPr>
        <a:xfrm>
          <a:off x="0" y="0"/>
          <a:ext cx="0" cy="0"/>
          <a:chOff x="0" y="0"/>
          <a:chExt cx="0" cy="0"/>
        </a:xfrm>
      </p:grpSpPr>
      <p:sp>
        <p:nvSpPr>
          <p:cNvPr id="99" name="Google Shape;99;p22"/>
          <p:cNvSpPr txBox="1"/>
          <p:nvPr>
            <p:ph type="title"/>
          </p:nvPr>
        </p:nvSpPr>
        <p:spPr>
          <a:xfrm>
            <a:off x="228600" y="907275"/>
            <a:ext cx="6629400" cy="22899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chemeClr val="lt1"/>
              </a:buClr>
              <a:buSzPts val="2500"/>
              <a:buFont typeface="DM Mono"/>
              <a:buNone/>
              <a:defRPr sz="2500">
                <a:solidFill>
                  <a:schemeClr val="lt1"/>
                </a:solidFill>
                <a:latin typeface="DM Mono"/>
                <a:ea typeface="DM Mono"/>
                <a:cs typeface="DM Mono"/>
                <a:sym typeface="DM Mono"/>
              </a:defRPr>
            </a:lvl1pPr>
            <a:lvl2pPr lvl="1"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2pPr>
            <a:lvl3pPr lvl="2"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3pPr>
            <a:lvl4pPr lvl="3"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4pPr>
            <a:lvl5pPr lvl="4"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5pPr>
            <a:lvl6pPr lvl="5"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6pPr>
            <a:lvl7pPr lvl="6"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7pPr>
            <a:lvl8pPr lvl="7"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8pPr>
            <a:lvl9pPr lvl="8"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9pPr>
          </a:lstStyle>
          <a:p/>
        </p:txBody>
      </p:sp>
      <p:sp>
        <p:nvSpPr>
          <p:cNvPr id="100" name="Google Shape;100;p22"/>
          <p:cNvSpPr txBox="1"/>
          <p:nvPr>
            <p:ph idx="1" type="subTitle"/>
          </p:nvPr>
        </p:nvSpPr>
        <p:spPr>
          <a:xfrm>
            <a:off x="228600" y="3643750"/>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100"/>
              <a:buFont typeface="DM Sans"/>
              <a:buNone/>
              <a:defRPr sz="1100">
                <a:solidFill>
                  <a:schemeClr val="lt1"/>
                </a:solidFill>
                <a:latin typeface="DM Sans"/>
                <a:ea typeface="DM Sans"/>
                <a:cs typeface="DM Sans"/>
                <a:sym typeface="DM Sans"/>
              </a:defRPr>
            </a:lvl1pPr>
            <a:lvl2pPr lvl="1"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2pPr>
            <a:lvl3pPr lvl="2"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3pPr>
            <a:lvl4pPr lvl="3"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4pPr>
            <a:lvl5pPr lvl="4"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5pPr>
            <a:lvl6pPr lvl="5"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6pPr>
            <a:lvl7pPr lvl="6"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7pPr>
            <a:lvl8pPr lvl="7"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8pPr>
            <a:lvl9pPr lvl="8"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9pPr>
          </a:lstStyle>
          <a:p/>
        </p:txBody>
      </p:sp>
      <p:sp>
        <p:nvSpPr>
          <p:cNvPr id="101" name="Google Shape;101;p22"/>
          <p:cNvSpPr txBox="1"/>
          <p:nvPr/>
        </p:nvSpPr>
        <p:spPr>
          <a:xfrm>
            <a:off x="82700" y="907275"/>
            <a:ext cx="265500" cy="47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chemeClr val="lt1"/>
                </a:solidFill>
                <a:latin typeface="Libre Baskerville"/>
                <a:ea typeface="Libre Baskerville"/>
                <a:cs typeface="Libre Baskerville"/>
                <a:sym typeface="Libre Baskerville"/>
              </a:rPr>
              <a:t>“</a:t>
            </a:r>
            <a:endParaRPr b="0" i="0" sz="2500" u="none" cap="none" strike="noStrike">
              <a:solidFill>
                <a:schemeClr val="lt1"/>
              </a:solidFill>
              <a:latin typeface="Libre Baskerville"/>
              <a:ea typeface="Libre Baskerville"/>
              <a:cs typeface="Libre Baskerville"/>
              <a:sym typeface="Libre Baskerville"/>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02">
  <p:cSld name="SECTION_TITLE_AND_DESCRIPTION_2">
    <p:bg>
      <p:bgPr>
        <a:solidFill>
          <a:schemeClr val="lt1"/>
        </a:solidFill>
      </p:bgPr>
    </p:bg>
    <p:spTree>
      <p:nvGrpSpPr>
        <p:cNvPr id="102" name="Shape 102"/>
        <p:cNvGrpSpPr/>
        <p:nvPr/>
      </p:nvGrpSpPr>
      <p:grpSpPr>
        <a:xfrm>
          <a:off x="0" y="0"/>
          <a:ext cx="0" cy="0"/>
          <a:chOff x="0" y="0"/>
          <a:chExt cx="0" cy="0"/>
        </a:xfrm>
      </p:grpSpPr>
      <p:sp>
        <p:nvSpPr>
          <p:cNvPr id="103" name="Google Shape;103;p23"/>
          <p:cNvSpPr txBox="1"/>
          <p:nvPr>
            <p:ph type="title"/>
          </p:nvPr>
        </p:nvSpPr>
        <p:spPr>
          <a:xfrm>
            <a:off x="228600" y="342900"/>
            <a:ext cx="30363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104" name="Google Shape;104;p23"/>
          <p:cNvSpPr txBox="1"/>
          <p:nvPr>
            <p:ph idx="1" type="body"/>
          </p:nvPr>
        </p:nvSpPr>
        <p:spPr>
          <a:xfrm>
            <a:off x="228600" y="1152475"/>
            <a:ext cx="39966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105" name="Google Shape;105;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Font typeface="DM Sans"/>
              <a:buChar char="●"/>
              <a:defRPr sz="1000">
                <a:latin typeface="DM Sans"/>
                <a:ea typeface="DM Sans"/>
                <a:cs typeface="DM Sans"/>
                <a:sym typeface="DM Sans"/>
              </a:defRPr>
            </a:lvl1pPr>
            <a:lvl2pPr indent="-266700" lvl="1" marL="914400" algn="l">
              <a:lnSpc>
                <a:spcPct val="115000"/>
              </a:lnSpc>
              <a:spcBef>
                <a:spcPts val="0"/>
              </a:spcBef>
              <a:spcAft>
                <a:spcPts val="0"/>
              </a:spcAft>
              <a:buSzPts val="600"/>
              <a:buFont typeface="DM Sans"/>
              <a:buChar char="○"/>
              <a:defRPr sz="600">
                <a:latin typeface="DM Sans"/>
                <a:ea typeface="DM Sans"/>
                <a:cs typeface="DM Sans"/>
                <a:sym typeface="DM Sans"/>
              </a:defRPr>
            </a:lvl2pPr>
            <a:lvl3pPr indent="-266700" lvl="2" marL="1371600" algn="l">
              <a:lnSpc>
                <a:spcPct val="115000"/>
              </a:lnSpc>
              <a:spcBef>
                <a:spcPts val="0"/>
              </a:spcBef>
              <a:spcAft>
                <a:spcPts val="0"/>
              </a:spcAft>
              <a:buSzPts val="600"/>
              <a:buFont typeface="DM Sans"/>
              <a:buChar char="■"/>
              <a:defRPr sz="600">
                <a:latin typeface="DM Sans"/>
                <a:ea typeface="DM Sans"/>
                <a:cs typeface="DM Sans"/>
                <a:sym typeface="DM Sans"/>
              </a:defRPr>
            </a:lvl3pPr>
            <a:lvl4pPr indent="-266700" lvl="3" marL="1828800" algn="l">
              <a:lnSpc>
                <a:spcPct val="115000"/>
              </a:lnSpc>
              <a:spcBef>
                <a:spcPts val="0"/>
              </a:spcBef>
              <a:spcAft>
                <a:spcPts val="0"/>
              </a:spcAft>
              <a:buSzPts val="600"/>
              <a:buFont typeface="DM Sans"/>
              <a:buChar char="●"/>
              <a:defRPr sz="600">
                <a:latin typeface="DM Sans"/>
                <a:ea typeface="DM Sans"/>
                <a:cs typeface="DM Sans"/>
                <a:sym typeface="DM Sans"/>
              </a:defRPr>
            </a:lvl4pPr>
            <a:lvl5pPr indent="-266700" lvl="4" marL="2286000" algn="l">
              <a:lnSpc>
                <a:spcPct val="115000"/>
              </a:lnSpc>
              <a:spcBef>
                <a:spcPts val="0"/>
              </a:spcBef>
              <a:spcAft>
                <a:spcPts val="0"/>
              </a:spcAft>
              <a:buSzPts val="600"/>
              <a:buFont typeface="DM Sans"/>
              <a:buChar char="○"/>
              <a:defRPr sz="600">
                <a:latin typeface="DM Sans"/>
                <a:ea typeface="DM Sans"/>
                <a:cs typeface="DM Sans"/>
                <a:sym typeface="DM Sans"/>
              </a:defRPr>
            </a:lvl5pPr>
            <a:lvl6pPr indent="-266700" lvl="5" marL="2743200" algn="l">
              <a:lnSpc>
                <a:spcPct val="115000"/>
              </a:lnSpc>
              <a:spcBef>
                <a:spcPts val="0"/>
              </a:spcBef>
              <a:spcAft>
                <a:spcPts val="0"/>
              </a:spcAft>
              <a:buSzPts val="600"/>
              <a:buFont typeface="DM Sans"/>
              <a:buChar char="■"/>
              <a:defRPr sz="600">
                <a:latin typeface="DM Sans"/>
                <a:ea typeface="DM Sans"/>
                <a:cs typeface="DM Sans"/>
                <a:sym typeface="DM Sans"/>
              </a:defRPr>
            </a:lvl6pPr>
            <a:lvl7pPr indent="-266700" lvl="6" marL="3200400" algn="l">
              <a:lnSpc>
                <a:spcPct val="115000"/>
              </a:lnSpc>
              <a:spcBef>
                <a:spcPts val="0"/>
              </a:spcBef>
              <a:spcAft>
                <a:spcPts val="0"/>
              </a:spcAft>
              <a:buSzPts val="600"/>
              <a:buFont typeface="DM Sans"/>
              <a:buChar char="●"/>
              <a:defRPr sz="600">
                <a:latin typeface="DM Sans"/>
                <a:ea typeface="DM Sans"/>
                <a:cs typeface="DM Sans"/>
                <a:sym typeface="DM Sans"/>
              </a:defRPr>
            </a:lvl7pPr>
            <a:lvl8pPr indent="-266700" lvl="7" marL="3657600" algn="l">
              <a:lnSpc>
                <a:spcPct val="115000"/>
              </a:lnSpc>
              <a:spcBef>
                <a:spcPts val="0"/>
              </a:spcBef>
              <a:spcAft>
                <a:spcPts val="0"/>
              </a:spcAft>
              <a:buSzPts val="600"/>
              <a:buFont typeface="DM Sans"/>
              <a:buChar char="○"/>
              <a:defRPr sz="600">
                <a:latin typeface="DM Sans"/>
                <a:ea typeface="DM Sans"/>
                <a:cs typeface="DM Sans"/>
                <a:sym typeface="DM Sans"/>
              </a:defRPr>
            </a:lvl8pPr>
            <a:lvl9pPr indent="-266700" lvl="8" marL="4114800" algn="l">
              <a:lnSpc>
                <a:spcPct val="115000"/>
              </a:lnSpc>
              <a:spcBef>
                <a:spcPts val="0"/>
              </a:spcBef>
              <a:spcAft>
                <a:spcPts val="0"/>
              </a:spcAft>
              <a:buSzPts val="600"/>
              <a:buFont typeface="DM Sans"/>
              <a:buChar char="■"/>
              <a:defRPr sz="600">
                <a:latin typeface="DM Sans"/>
                <a:ea typeface="DM Sans"/>
                <a:cs typeface="DM Sans"/>
                <a:sym typeface="DM Sans"/>
              </a:defRPr>
            </a:lvl9pPr>
          </a:lstStyle>
          <a:p/>
        </p:txBody>
      </p:sp>
      <p:sp>
        <p:nvSpPr>
          <p:cNvPr id="106" name="Google Shape;106;p23"/>
          <p:cNvSpPr txBox="1"/>
          <p:nvPr/>
        </p:nvSpPr>
        <p:spPr>
          <a:xfrm>
            <a:off x="4089213" y="4865700"/>
            <a:ext cx="16824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DM Sans"/>
                <a:ea typeface="DM Sans"/>
                <a:cs typeface="DM Sans"/>
                <a:sym typeface="DM Sans"/>
              </a:rPr>
              <a:t>Confidential &amp; proprietary. For internal use only.</a:t>
            </a:r>
            <a:endParaRPr b="0" i="0" sz="600" u="none" cap="none" strike="noStrike">
              <a:solidFill>
                <a:schemeClr val="dk1"/>
              </a:solidFill>
              <a:latin typeface="DM Sans"/>
              <a:ea typeface="DM Sans"/>
              <a:cs typeface="DM Sans"/>
              <a:sym typeface="DM Sans"/>
            </a:endParaRPr>
          </a:p>
        </p:txBody>
      </p:sp>
      <p:sp>
        <p:nvSpPr>
          <p:cNvPr id="107" name="Google Shape;107;p23"/>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08" name="Google Shape;108;p23"/>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03">
  <p:cSld name="SECTION_TITLE_AND_DESCRIPTION_1">
    <p:bg>
      <p:bgPr>
        <a:solidFill>
          <a:schemeClr val="lt1"/>
        </a:solidFill>
      </p:bgPr>
    </p:bg>
    <p:spTree>
      <p:nvGrpSpPr>
        <p:cNvPr id="109" name="Shape 109"/>
        <p:cNvGrpSpPr/>
        <p:nvPr/>
      </p:nvGrpSpPr>
      <p:grpSpPr>
        <a:xfrm>
          <a:off x="0" y="0"/>
          <a:ext cx="0" cy="0"/>
          <a:chOff x="0" y="0"/>
          <a:chExt cx="0" cy="0"/>
        </a:xfrm>
      </p:grpSpPr>
      <p:sp>
        <p:nvSpPr>
          <p:cNvPr id="110" name="Google Shape;110;p24"/>
          <p:cNvSpPr txBox="1"/>
          <p:nvPr>
            <p:ph type="title"/>
          </p:nvPr>
        </p:nvSpPr>
        <p:spPr>
          <a:xfrm>
            <a:off x="4796675" y="342900"/>
            <a:ext cx="30363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111" name="Google Shape;111;p24"/>
          <p:cNvSpPr txBox="1"/>
          <p:nvPr>
            <p:ph idx="1" type="body"/>
          </p:nvPr>
        </p:nvSpPr>
        <p:spPr>
          <a:xfrm>
            <a:off x="4796675" y="1152475"/>
            <a:ext cx="39966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112" name="Google Shape;112;p24"/>
          <p:cNvSpPr/>
          <p:nvPr/>
        </p:nvSpPr>
        <p:spPr>
          <a:xfrm>
            <a:off x="175500" y="170400"/>
            <a:ext cx="4230900" cy="4802700"/>
          </a:xfrm>
          <a:prstGeom prst="roundRect">
            <a:avLst>
              <a:gd fmla="val 3395"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4"/>
          <p:cNvSpPr txBox="1"/>
          <p:nvPr>
            <p:ph idx="2" type="body"/>
          </p:nvPr>
        </p:nvSpPr>
        <p:spPr>
          <a:xfrm>
            <a:off x="425550" y="724075"/>
            <a:ext cx="3837000" cy="38448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Font typeface="DM Sans"/>
              <a:buChar char="●"/>
              <a:defRPr sz="1000">
                <a:latin typeface="DM Sans"/>
                <a:ea typeface="DM Sans"/>
                <a:cs typeface="DM Sans"/>
                <a:sym typeface="DM Sans"/>
              </a:defRPr>
            </a:lvl1pPr>
            <a:lvl2pPr indent="-266700" lvl="1" marL="914400" algn="l">
              <a:lnSpc>
                <a:spcPct val="115000"/>
              </a:lnSpc>
              <a:spcBef>
                <a:spcPts val="0"/>
              </a:spcBef>
              <a:spcAft>
                <a:spcPts val="0"/>
              </a:spcAft>
              <a:buSzPts val="600"/>
              <a:buFont typeface="DM Sans"/>
              <a:buChar char="○"/>
              <a:defRPr sz="600">
                <a:latin typeface="DM Sans"/>
                <a:ea typeface="DM Sans"/>
                <a:cs typeface="DM Sans"/>
                <a:sym typeface="DM Sans"/>
              </a:defRPr>
            </a:lvl2pPr>
            <a:lvl3pPr indent="-266700" lvl="2" marL="1371600" algn="l">
              <a:lnSpc>
                <a:spcPct val="115000"/>
              </a:lnSpc>
              <a:spcBef>
                <a:spcPts val="0"/>
              </a:spcBef>
              <a:spcAft>
                <a:spcPts val="0"/>
              </a:spcAft>
              <a:buSzPts val="600"/>
              <a:buFont typeface="DM Sans"/>
              <a:buChar char="■"/>
              <a:defRPr sz="600">
                <a:latin typeface="DM Sans"/>
                <a:ea typeface="DM Sans"/>
                <a:cs typeface="DM Sans"/>
                <a:sym typeface="DM Sans"/>
              </a:defRPr>
            </a:lvl3pPr>
            <a:lvl4pPr indent="-266700" lvl="3" marL="1828800" algn="l">
              <a:lnSpc>
                <a:spcPct val="115000"/>
              </a:lnSpc>
              <a:spcBef>
                <a:spcPts val="0"/>
              </a:spcBef>
              <a:spcAft>
                <a:spcPts val="0"/>
              </a:spcAft>
              <a:buSzPts val="600"/>
              <a:buFont typeface="DM Sans"/>
              <a:buChar char="●"/>
              <a:defRPr sz="600">
                <a:latin typeface="DM Sans"/>
                <a:ea typeface="DM Sans"/>
                <a:cs typeface="DM Sans"/>
                <a:sym typeface="DM Sans"/>
              </a:defRPr>
            </a:lvl4pPr>
            <a:lvl5pPr indent="-266700" lvl="4" marL="2286000" algn="l">
              <a:lnSpc>
                <a:spcPct val="115000"/>
              </a:lnSpc>
              <a:spcBef>
                <a:spcPts val="0"/>
              </a:spcBef>
              <a:spcAft>
                <a:spcPts val="0"/>
              </a:spcAft>
              <a:buSzPts val="600"/>
              <a:buFont typeface="DM Sans"/>
              <a:buChar char="○"/>
              <a:defRPr sz="600">
                <a:latin typeface="DM Sans"/>
                <a:ea typeface="DM Sans"/>
                <a:cs typeface="DM Sans"/>
                <a:sym typeface="DM Sans"/>
              </a:defRPr>
            </a:lvl5pPr>
            <a:lvl6pPr indent="-266700" lvl="5" marL="2743200" algn="l">
              <a:lnSpc>
                <a:spcPct val="115000"/>
              </a:lnSpc>
              <a:spcBef>
                <a:spcPts val="0"/>
              </a:spcBef>
              <a:spcAft>
                <a:spcPts val="0"/>
              </a:spcAft>
              <a:buSzPts val="600"/>
              <a:buFont typeface="DM Sans"/>
              <a:buChar char="■"/>
              <a:defRPr sz="600">
                <a:latin typeface="DM Sans"/>
                <a:ea typeface="DM Sans"/>
                <a:cs typeface="DM Sans"/>
                <a:sym typeface="DM Sans"/>
              </a:defRPr>
            </a:lvl6pPr>
            <a:lvl7pPr indent="-266700" lvl="6" marL="3200400" algn="l">
              <a:lnSpc>
                <a:spcPct val="115000"/>
              </a:lnSpc>
              <a:spcBef>
                <a:spcPts val="0"/>
              </a:spcBef>
              <a:spcAft>
                <a:spcPts val="0"/>
              </a:spcAft>
              <a:buSzPts val="600"/>
              <a:buFont typeface="DM Sans"/>
              <a:buChar char="●"/>
              <a:defRPr sz="600">
                <a:latin typeface="DM Sans"/>
                <a:ea typeface="DM Sans"/>
                <a:cs typeface="DM Sans"/>
                <a:sym typeface="DM Sans"/>
              </a:defRPr>
            </a:lvl7pPr>
            <a:lvl8pPr indent="-266700" lvl="7" marL="3657600" algn="l">
              <a:lnSpc>
                <a:spcPct val="115000"/>
              </a:lnSpc>
              <a:spcBef>
                <a:spcPts val="0"/>
              </a:spcBef>
              <a:spcAft>
                <a:spcPts val="0"/>
              </a:spcAft>
              <a:buSzPts val="600"/>
              <a:buFont typeface="DM Sans"/>
              <a:buChar char="○"/>
              <a:defRPr sz="600">
                <a:latin typeface="DM Sans"/>
                <a:ea typeface="DM Sans"/>
                <a:cs typeface="DM Sans"/>
                <a:sym typeface="DM Sans"/>
              </a:defRPr>
            </a:lvl8pPr>
            <a:lvl9pPr indent="-266700" lvl="8" marL="4114800" algn="l">
              <a:lnSpc>
                <a:spcPct val="115000"/>
              </a:lnSpc>
              <a:spcBef>
                <a:spcPts val="0"/>
              </a:spcBef>
              <a:spcAft>
                <a:spcPts val="0"/>
              </a:spcAft>
              <a:buSzPts val="600"/>
              <a:buFont typeface="DM Sans"/>
              <a:buChar char="■"/>
              <a:defRPr sz="600">
                <a:latin typeface="DM Sans"/>
                <a:ea typeface="DM Sans"/>
                <a:cs typeface="DM Sans"/>
                <a:sym typeface="DM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p:cSld name="CAPTION_ONLY">
    <p:bg>
      <p:bgPr>
        <a:solidFill>
          <a:schemeClr val="lt1"/>
        </a:solidFill>
      </p:bgPr>
    </p:bg>
    <p:spTree>
      <p:nvGrpSpPr>
        <p:cNvPr id="114" name="Shape 114"/>
        <p:cNvGrpSpPr/>
        <p:nvPr/>
      </p:nvGrpSpPr>
      <p:grpSpPr>
        <a:xfrm>
          <a:off x="0" y="0"/>
          <a:ext cx="0" cy="0"/>
          <a:chOff x="0" y="0"/>
          <a:chExt cx="0" cy="0"/>
        </a:xfrm>
      </p:grpSpPr>
      <p:sp>
        <p:nvSpPr>
          <p:cNvPr id="115" name="Google Shape;115;p25"/>
          <p:cNvSpPr txBox="1"/>
          <p:nvPr/>
        </p:nvSpPr>
        <p:spPr>
          <a:xfrm>
            <a:off x="4089213" y="4865700"/>
            <a:ext cx="16824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DM Sans"/>
                <a:ea typeface="DM Sans"/>
                <a:cs typeface="DM Sans"/>
                <a:sym typeface="DM Sans"/>
              </a:rPr>
              <a:t>Confidential &amp; proprietary. For internal use only.</a:t>
            </a:r>
            <a:endParaRPr b="0" i="0" sz="600" u="none" cap="none" strike="noStrike">
              <a:solidFill>
                <a:schemeClr val="dk1"/>
              </a:solidFill>
              <a:latin typeface="DM Sans"/>
              <a:ea typeface="DM Sans"/>
              <a:cs typeface="DM Sans"/>
              <a:sym typeface="DM Sans"/>
            </a:endParaRPr>
          </a:p>
        </p:txBody>
      </p:sp>
      <p:sp>
        <p:nvSpPr>
          <p:cNvPr id="116" name="Google Shape;116;p25"/>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17" name="Google Shape;117;p25"/>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lt1"/>
        </a:solidFill>
      </p:bgPr>
    </p:bg>
    <p:spTree>
      <p:nvGrpSpPr>
        <p:cNvPr id="118" name="Shape 118"/>
        <p:cNvGrpSpPr/>
        <p:nvPr/>
      </p:nvGrpSpPr>
      <p:grpSpPr>
        <a:xfrm>
          <a:off x="0" y="0"/>
          <a:ext cx="0" cy="0"/>
          <a:chOff x="0" y="0"/>
          <a:chExt cx="0" cy="0"/>
        </a:xfrm>
      </p:grpSpPr>
      <p:sp>
        <p:nvSpPr>
          <p:cNvPr id="119" name="Google Shape;119;p2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80000"/>
              </a:lnSpc>
              <a:spcBef>
                <a:spcPts val="0"/>
              </a:spcBef>
              <a:spcAft>
                <a:spcPts val="0"/>
              </a:spcAft>
              <a:buSzPts val="12000"/>
              <a:buFont typeface="DM Mono Medium"/>
              <a:buNone/>
              <a:defRPr sz="12000">
                <a:latin typeface="DM Mono Medium"/>
                <a:ea typeface="DM Mono Medium"/>
                <a:cs typeface="DM Mono Medium"/>
                <a:sym typeface="DM Mono Medium"/>
              </a:defRPr>
            </a:lvl1pPr>
            <a:lvl2pPr lvl="1" algn="ctr">
              <a:lnSpc>
                <a:spcPct val="80000"/>
              </a:lnSpc>
              <a:spcBef>
                <a:spcPts val="0"/>
              </a:spcBef>
              <a:spcAft>
                <a:spcPts val="0"/>
              </a:spcAft>
              <a:buSzPts val="12000"/>
              <a:buNone/>
              <a:defRPr sz="12000"/>
            </a:lvl2pPr>
            <a:lvl3pPr lvl="2" algn="ctr">
              <a:lnSpc>
                <a:spcPct val="80000"/>
              </a:lnSpc>
              <a:spcBef>
                <a:spcPts val="0"/>
              </a:spcBef>
              <a:spcAft>
                <a:spcPts val="0"/>
              </a:spcAft>
              <a:buSzPts val="12000"/>
              <a:buNone/>
              <a:defRPr sz="12000"/>
            </a:lvl3pPr>
            <a:lvl4pPr lvl="3" algn="ctr">
              <a:lnSpc>
                <a:spcPct val="80000"/>
              </a:lnSpc>
              <a:spcBef>
                <a:spcPts val="0"/>
              </a:spcBef>
              <a:spcAft>
                <a:spcPts val="0"/>
              </a:spcAft>
              <a:buSzPts val="12000"/>
              <a:buNone/>
              <a:defRPr sz="12000"/>
            </a:lvl4pPr>
            <a:lvl5pPr lvl="4" algn="ctr">
              <a:lnSpc>
                <a:spcPct val="80000"/>
              </a:lnSpc>
              <a:spcBef>
                <a:spcPts val="0"/>
              </a:spcBef>
              <a:spcAft>
                <a:spcPts val="0"/>
              </a:spcAft>
              <a:buSzPts val="12000"/>
              <a:buNone/>
              <a:defRPr sz="12000"/>
            </a:lvl5pPr>
            <a:lvl6pPr lvl="5" algn="ctr">
              <a:lnSpc>
                <a:spcPct val="80000"/>
              </a:lnSpc>
              <a:spcBef>
                <a:spcPts val="0"/>
              </a:spcBef>
              <a:spcAft>
                <a:spcPts val="0"/>
              </a:spcAft>
              <a:buSzPts val="12000"/>
              <a:buNone/>
              <a:defRPr sz="12000"/>
            </a:lvl6pPr>
            <a:lvl7pPr lvl="6" algn="ctr">
              <a:lnSpc>
                <a:spcPct val="80000"/>
              </a:lnSpc>
              <a:spcBef>
                <a:spcPts val="0"/>
              </a:spcBef>
              <a:spcAft>
                <a:spcPts val="0"/>
              </a:spcAft>
              <a:buSzPts val="12000"/>
              <a:buNone/>
              <a:defRPr sz="12000"/>
            </a:lvl7pPr>
            <a:lvl8pPr lvl="7" algn="ctr">
              <a:lnSpc>
                <a:spcPct val="80000"/>
              </a:lnSpc>
              <a:spcBef>
                <a:spcPts val="0"/>
              </a:spcBef>
              <a:spcAft>
                <a:spcPts val="0"/>
              </a:spcAft>
              <a:buSzPts val="12000"/>
              <a:buNone/>
              <a:defRPr sz="12000"/>
            </a:lvl8pPr>
            <a:lvl9pPr lvl="8" algn="ctr">
              <a:lnSpc>
                <a:spcPct val="80000"/>
              </a:lnSpc>
              <a:spcBef>
                <a:spcPts val="0"/>
              </a:spcBef>
              <a:spcAft>
                <a:spcPts val="0"/>
              </a:spcAft>
              <a:buSzPts val="12000"/>
              <a:buNone/>
              <a:defRPr sz="12000"/>
            </a:lvl9pPr>
          </a:lstStyle>
          <a:p>
            <a:r>
              <a:t>xx%</a:t>
            </a:r>
          </a:p>
        </p:txBody>
      </p:sp>
      <p:sp>
        <p:nvSpPr>
          <p:cNvPr id="120" name="Google Shape;120;p26"/>
          <p:cNvSpPr txBox="1"/>
          <p:nvPr>
            <p:ph idx="1" type="body"/>
          </p:nvPr>
        </p:nvSpPr>
        <p:spPr>
          <a:xfrm>
            <a:off x="311700" y="3152225"/>
            <a:ext cx="8520600" cy="1416600"/>
          </a:xfrm>
          <a:prstGeom prst="rect">
            <a:avLst/>
          </a:prstGeom>
          <a:noFill/>
          <a:ln>
            <a:noFill/>
          </a:ln>
        </p:spPr>
        <p:txBody>
          <a:bodyPr anchorCtr="0" anchor="t" bIns="91425" lIns="91425" spcFirstLastPara="1" rIns="91425" wrap="square" tIns="91425">
            <a:noAutofit/>
          </a:bodyPr>
          <a:lstStyle>
            <a:lvl1pPr indent="-304800" lvl="0" marL="457200" algn="ctr">
              <a:lnSpc>
                <a:spcPct val="115000"/>
              </a:lnSpc>
              <a:spcBef>
                <a:spcPts val="0"/>
              </a:spcBef>
              <a:spcAft>
                <a:spcPts val="0"/>
              </a:spcAft>
              <a:buSzPts val="1200"/>
              <a:buFont typeface="DM Sans"/>
              <a:buChar char="●"/>
              <a:defRPr>
                <a:latin typeface="DM Sans"/>
                <a:ea typeface="DM Sans"/>
                <a:cs typeface="DM Sans"/>
                <a:sym typeface="DM Sans"/>
              </a:defRPr>
            </a:lvl1pPr>
            <a:lvl2pPr indent="-279400" lvl="1" marL="914400" algn="ctr">
              <a:lnSpc>
                <a:spcPct val="115000"/>
              </a:lnSpc>
              <a:spcBef>
                <a:spcPts val="0"/>
              </a:spcBef>
              <a:spcAft>
                <a:spcPts val="0"/>
              </a:spcAft>
              <a:buSzPts val="800"/>
              <a:buFont typeface="DM Sans"/>
              <a:buChar char="○"/>
              <a:defRPr>
                <a:latin typeface="DM Sans"/>
                <a:ea typeface="DM Sans"/>
                <a:cs typeface="DM Sans"/>
                <a:sym typeface="DM Sans"/>
              </a:defRPr>
            </a:lvl2pPr>
            <a:lvl3pPr indent="-279400" lvl="2" marL="1371600" algn="ctr">
              <a:lnSpc>
                <a:spcPct val="115000"/>
              </a:lnSpc>
              <a:spcBef>
                <a:spcPts val="0"/>
              </a:spcBef>
              <a:spcAft>
                <a:spcPts val="0"/>
              </a:spcAft>
              <a:buSzPts val="800"/>
              <a:buFont typeface="DM Sans"/>
              <a:buChar char="■"/>
              <a:defRPr>
                <a:latin typeface="DM Sans"/>
                <a:ea typeface="DM Sans"/>
                <a:cs typeface="DM Sans"/>
                <a:sym typeface="DM Sans"/>
              </a:defRPr>
            </a:lvl3pPr>
            <a:lvl4pPr indent="-279400" lvl="3" marL="1828800" algn="ctr">
              <a:lnSpc>
                <a:spcPct val="115000"/>
              </a:lnSpc>
              <a:spcBef>
                <a:spcPts val="0"/>
              </a:spcBef>
              <a:spcAft>
                <a:spcPts val="0"/>
              </a:spcAft>
              <a:buSzPts val="800"/>
              <a:buFont typeface="DM Sans"/>
              <a:buChar char="●"/>
              <a:defRPr>
                <a:latin typeface="DM Sans"/>
                <a:ea typeface="DM Sans"/>
                <a:cs typeface="DM Sans"/>
                <a:sym typeface="DM Sans"/>
              </a:defRPr>
            </a:lvl4pPr>
            <a:lvl5pPr indent="-279400" lvl="4" marL="2286000" algn="ctr">
              <a:lnSpc>
                <a:spcPct val="115000"/>
              </a:lnSpc>
              <a:spcBef>
                <a:spcPts val="0"/>
              </a:spcBef>
              <a:spcAft>
                <a:spcPts val="0"/>
              </a:spcAft>
              <a:buSzPts val="800"/>
              <a:buFont typeface="DM Sans"/>
              <a:buChar char="○"/>
              <a:defRPr>
                <a:latin typeface="DM Sans"/>
                <a:ea typeface="DM Sans"/>
                <a:cs typeface="DM Sans"/>
                <a:sym typeface="DM Sans"/>
              </a:defRPr>
            </a:lvl5pPr>
            <a:lvl6pPr indent="-279400" lvl="5" marL="2743200" algn="ctr">
              <a:lnSpc>
                <a:spcPct val="115000"/>
              </a:lnSpc>
              <a:spcBef>
                <a:spcPts val="0"/>
              </a:spcBef>
              <a:spcAft>
                <a:spcPts val="0"/>
              </a:spcAft>
              <a:buSzPts val="800"/>
              <a:buFont typeface="DM Sans"/>
              <a:buChar char="■"/>
              <a:defRPr>
                <a:latin typeface="DM Sans"/>
                <a:ea typeface="DM Sans"/>
                <a:cs typeface="DM Sans"/>
                <a:sym typeface="DM Sans"/>
              </a:defRPr>
            </a:lvl6pPr>
            <a:lvl7pPr indent="-279400" lvl="6" marL="3200400" algn="ctr">
              <a:lnSpc>
                <a:spcPct val="115000"/>
              </a:lnSpc>
              <a:spcBef>
                <a:spcPts val="0"/>
              </a:spcBef>
              <a:spcAft>
                <a:spcPts val="0"/>
              </a:spcAft>
              <a:buSzPts val="800"/>
              <a:buFont typeface="DM Sans"/>
              <a:buChar char="●"/>
              <a:defRPr>
                <a:latin typeface="DM Sans"/>
                <a:ea typeface="DM Sans"/>
                <a:cs typeface="DM Sans"/>
                <a:sym typeface="DM Sans"/>
              </a:defRPr>
            </a:lvl7pPr>
            <a:lvl8pPr indent="-279400" lvl="7" marL="3657600" algn="ctr">
              <a:lnSpc>
                <a:spcPct val="115000"/>
              </a:lnSpc>
              <a:spcBef>
                <a:spcPts val="0"/>
              </a:spcBef>
              <a:spcAft>
                <a:spcPts val="0"/>
              </a:spcAft>
              <a:buSzPts val="800"/>
              <a:buFont typeface="DM Sans"/>
              <a:buChar char="○"/>
              <a:defRPr>
                <a:latin typeface="DM Sans"/>
                <a:ea typeface="DM Sans"/>
                <a:cs typeface="DM Sans"/>
                <a:sym typeface="DM Sans"/>
              </a:defRPr>
            </a:lvl8pPr>
            <a:lvl9pPr indent="-279400" lvl="8" marL="4114800" algn="ctr">
              <a:lnSpc>
                <a:spcPct val="115000"/>
              </a:lnSpc>
              <a:spcBef>
                <a:spcPts val="0"/>
              </a:spcBef>
              <a:spcAft>
                <a:spcPts val="0"/>
              </a:spcAft>
              <a:buSzPts val="800"/>
              <a:buFont typeface="DM Sans"/>
              <a:buChar char="■"/>
              <a:defRPr>
                <a:latin typeface="DM Sans"/>
                <a:ea typeface="DM Sans"/>
                <a:cs typeface="DM Sans"/>
                <a:sym typeface="DM Sans"/>
              </a:defRPr>
            </a:lvl9pPr>
          </a:lstStyle>
          <a:p/>
        </p:txBody>
      </p:sp>
      <p:sp>
        <p:nvSpPr>
          <p:cNvPr id="121" name="Google Shape;121;p26"/>
          <p:cNvSpPr txBox="1"/>
          <p:nvPr/>
        </p:nvSpPr>
        <p:spPr>
          <a:xfrm>
            <a:off x="4089213" y="4865700"/>
            <a:ext cx="16824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DM Sans"/>
                <a:ea typeface="DM Sans"/>
                <a:cs typeface="DM Sans"/>
                <a:sym typeface="DM Sans"/>
              </a:rPr>
              <a:t>Confidential &amp; proprietary. For internal use only.</a:t>
            </a:r>
            <a:endParaRPr b="0" i="0" sz="600" u="none" cap="none" strike="noStrike">
              <a:solidFill>
                <a:schemeClr val="dk1"/>
              </a:solidFill>
              <a:latin typeface="DM Sans"/>
              <a:ea typeface="DM Sans"/>
              <a:cs typeface="DM Sans"/>
              <a:sym typeface="DM Sans"/>
            </a:endParaRPr>
          </a:p>
        </p:txBody>
      </p:sp>
      <p:sp>
        <p:nvSpPr>
          <p:cNvPr id="122" name="Google Shape;122;p26"/>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23" name="Google Shape;123;p26"/>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1">
  <p:cSld name="TITLE_AND_BODY_2">
    <p:bg>
      <p:bgPr>
        <a:solidFill>
          <a:schemeClr val="lt1"/>
        </a:solidFill>
      </p:bgPr>
    </p:bg>
    <p:spTree>
      <p:nvGrpSpPr>
        <p:cNvPr id="124" name="Shape 124"/>
        <p:cNvGrpSpPr/>
        <p:nvPr/>
      </p:nvGrpSpPr>
      <p:grpSpPr>
        <a:xfrm>
          <a:off x="0" y="0"/>
          <a:ext cx="0" cy="0"/>
          <a:chOff x="0" y="0"/>
          <a:chExt cx="0" cy="0"/>
        </a:xfrm>
      </p:grpSpPr>
      <p:sp>
        <p:nvSpPr>
          <p:cNvPr id="125" name="Google Shape;125;p27"/>
          <p:cNvSpPr txBox="1"/>
          <p:nvPr>
            <p:ph type="title"/>
          </p:nvPr>
        </p:nvSpPr>
        <p:spPr>
          <a:xfrm>
            <a:off x="228600" y="342900"/>
            <a:ext cx="69183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800"/>
              <a:buFont typeface="DM Mono"/>
              <a:buNone/>
              <a:defRPr>
                <a:latin typeface="DM Mono"/>
                <a:ea typeface="DM Mono"/>
                <a:cs typeface="DM Mono"/>
                <a:sym typeface="DM Mono"/>
              </a:defRPr>
            </a:lvl1pPr>
            <a:lvl2pPr lvl="1" algn="l">
              <a:lnSpc>
                <a:spcPct val="80000"/>
              </a:lnSpc>
              <a:spcBef>
                <a:spcPts val="0"/>
              </a:spcBef>
              <a:spcAft>
                <a:spcPts val="0"/>
              </a:spcAft>
              <a:buSzPts val="2800"/>
              <a:buNone/>
              <a:defRPr/>
            </a:lvl2pPr>
            <a:lvl3pPr lvl="2" algn="l">
              <a:lnSpc>
                <a:spcPct val="80000"/>
              </a:lnSpc>
              <a:spcBef>
                <a:spcPts val="0"/>
              </a:spcBef>
              <a:spcAft>
                <a:spcPts val="0"/>
              </a:spcAft>
              <a:buSzPts val="2800"/>
              <a:buNone/>
              <a:defRPr/>
            </a:lvl3pPr>
            <a:lvl4pPr lvl="3" algn="l">
              <a:lnSpc>
                <a:spcPct val="80000"/>
              </a:lnSpc>
              <a:spcBef>
                <a:spcPts val="0"/>
              </a:spcBef>
              <a:spcAft>
                <a:spcPts val="0"/>
              </a:spcAft>
              <a:buSzPts val="2800"/>
              <a:buNone/>
              <a:defRPr/>
            </a:lvl4pPr>
            <a:lvl5pPr lvl="4" algn="l">
              <a:lnSpc>
                <a:spcPct val="80000"/>
              </a:lnSpc>
              <a:spcBef>
                <a:spcPts val="0"/>
              </a:spcBef>
              <a:spcAft>
                <a:spcPts val="0"/>
              </a:spcAft>
              <a:buSzPts val="2800"/>
              <a:buNone/>
              <a:defRPr/>
            </a:lvl5pPr>
            <a:lvl6pPr lvl="5" algn="l">
              <a:lnSpc>
                <a:spcPct val="80000"/>
              </a:lnSpc>
              <a:spcBef>
                <a:spcPts val="0"/>
              </a:spcBef>
              <a:spcAft>
                <a:spcPts val="0"/>
              </a:spcAft>
              <a:buSzPts val="2800"/>
              <a:buNone/>
              <a:defRPr/>
            </a:lvl6pPr>
            <a:lvl7pPr lvl="6" algn="l">
              <a:lnSpc>
                <a:spcPct val="80000"/>
              </a:lnSpc>
              <a:spcBef>
                <a:spcPts val="0"/>
              </a:spcBef>
              <a:spcAft>
                <a:spcPts val="0"/>
              </a:spcAft>
              <a:buSzPts val="2800"/>
              <a:buNone/>
              <a:defRPr/>
            </a:lvl7pPr>
            <a:lvl8pPr lvl="7" algn="l">
              <a:lnSpc>
                <a:spcPct val="80000"/>
              </a:lnSpc>
              <a:spcBef>
                <a:spcPts val="0"/>
              </a:spcBef>
              <a:spcAft>
                <a:spcPts val="0"/>
              </a:spcAft>
              <a:buSzPts val="2800"/>
              <a:buNone/>
              <a:defRPr/>
            </a:lvl8pPr>
            <a:lvl9pPr lvl="8" algn="l">
              <a:lnSpc>
                <a:spcPct val="80000"/>
              </a:lnSpc>
              <a:spcBef>
                <a:spcPts val="0"/>
              </a:spcBef>
              <a:spcAft>
                <a:spcPts val="0"/>
              </a:spcAft>
              <a:buSzPts val="2800"/>
              <a:buNone/>
              <a:defRPr/>
            </a:lvl9pPr>
          </a:lstStyle>
          <a:p/>
        </p:txBody>
      </p:sp>
      <p:sp>
        <p:nvSpPr>
          <p:cNvPr id="126" name="Google Shape;126;p27"/>
          <p:cNvSpPr txBox="1"/>
          <p:nvPr>
            <p:ph idx="1" type="body"/>
          </p:nvPr>
        </p:nvSpPr>
        <p:spPr>
          <a:xfrm>
            <a:off x="228600" y="1152475"/>
            <a:ext cx="52602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127" name="Google Shape;127;p27"/>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28" name="Google Shape;128;p27"/>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129" name="Google Shape;129;p27"/>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2025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03 1">
  <p:cSld name="TITLE_AND_TWO_COLUMNS_1">
    <p:bg>
      <p:bgPr>
        <a:solidFill>
          <a:schemeClr val="lt1"/>
        </a:solidFill>
      </p:bgPr>
    </p:bg>
    <p:spTree>
      <p:nvGrpSpPr>
        <p:cNvPr id="130" name="Shape 130"/>
        <p:cNvGrpSpPr/>
        <p:nvPr/>
      </p:nvGrpSpPr>
      <p:grpSpPr>
        <a:xfrm>
          <a:off x="0" y="0"/>
          <a:ext cx="0" cy="0"/>
          <a:chOff x="0" y="0"/>
          <a:chExt cx="0" cy="0"/>
        </a:xfrm>
      </p:grpSpPr>
      <p:sp>
        <p:nvSpPr>
          <p:cNvPr id="131" name="Google Shape;131;p28"/>
          <p:cNvSpPr txBox="1"/>
          <p:nvPr>
            <p:ph type="title"/>
          </p:nvPr>
        </p:nvSpPr>
        <p:spPr>
          <a:xfrm>
            <a:off x="228600" y="342900"/>
            <a:ext cx="86868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132" name="Google Shape;132;p28"/>
          <p:cNvSpPr txBox="1"/>
          <p:nvPr>
            <p:ph idx="1" type="body"/>
          </p:nvPr>
        </p:nvSpPr>
        <p:spPr>
          <a:xfrm>
            <a:off x="228600" y="1152475"/>
            <a:ext cx="40830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Font typeface="DM Sans"/>
              <a:buChar char="●"/>
              <a:defRPr sz="1400">
                <a:latin typeface="DM Sans"/>
                <a:ea typeface="DM Sans"/>
                <a:cs typeface="DM Sans"/>
                <a:sym typeface="DM Sans"/>
              </a:defRPr>
            </a:lvl1pPr>
            <a:lvl2pPr indent="-304800" lvl="1" marL="914400" algn="l">
              <a:lnSpc>
                <a:spcPct val="115000"/>
              </a:lnSpc>
              <a:spcBef>
                <a:spcPts val="0"/>
              </a:spcBef>
              <a:spcAft>
                <a:spcPts val="0"/>
              </a:spcAft>
              <a:buSzPts val="1200"/>
              <a:buFont typeface="DM Sans"/>
              <a:buChar char="○"/>
              <a:defRPr sz="1200">
                <a:latin typeface="DM Sans"/>
                <a:ea typeface="DM Sans"/>
                <a:cs typeface="DM Sans"/>
                <a:sym typeface="DM Sans"/>
              </a:defRPr>
            </a:lvl2pPr>
            <a:lvl3pPr indent="-304800" lvl="2" marL="1371600" algn="l">
              <a:lnSpc>
                <a:spcPct val="115000"/>
              </a:lnSpc>
              <a:spcBef>
                <a:spcPts val="0"/>
              </a:spcBef>
              <a:spcAft>
                <a:spcPts val="0"/>
              </a:spcAft>
              <a:buSzPts val="1200"/>
              <a:buFont typeface="DM Sans"/>
              <a:buChar char="■"/>
              <a:defRPr sz="1200">
                <a:latin typeface="DM Sans"/>
                <a:ea typeface="DM Sans"/>
                <a:cs typeface="DM Sans"/>
                <a:sym typeface="DM Sans"/>
              </a:defRPr>
            </a:lvl3pPr>
            <a:lvl4pPr indent="-304800" lvl="3" marL="1828800" algn="l">
              <a:lnSpc>
                <a:spcPct val="115000"/>
              </a:lnSpc>
              <a:spcBef>
                <a:spcPts val="0"/>
              </a:spcBef>
              <a:spcAft>
                <a:spcPts val="0"/>
              </a:spcAft>
              <a:buSzPts val="1200"/>
              <a:buFont typeface="DM Sans"/>
              <a:buChar char="●"/>
              <a:defRPr sz="1200">
                <a:latin typeface="DM Sans"/>
                <a:ea typeface="DM Sans"/>
                <a:cs typeface="DM Sans"/>
                <a:sym typeface="DM Sans"/>
              </a:defRPr>
            </a:lvl4pPr>
            <a:lvl5pPr indent="-304800" lvl="4" marL="2286000" algn="l">
              <a:lnSpc>
                <a:spcPct val="115000"/>
              </a:lnSpc>
              <a:spcBef>
                <a:spcPts val="0"/>
              </a:spcBef>
              <a:spcAft>
                <a:spcPts val="0"/>
              </a:spcAft>
              <a:buSzPts val="1200"/>
              <a:buFont typeface="DM Sans"/>
              <a:buChar char="○"/>
              <a:defRPr sz="1200">
                <a:latin typeface="DM Sans"/>
                <a:ea typeface="DM Sans"/>
                <a:cs typeface="DM Sans"/>
                <a:sym typeface="DM Sans"/>
              </a:defRPr>
            </a:lvl5pPr>
            <a:lvl6pPr indent="-304800" lvl="5" marL="2743200" algn="l">
              <a:lnSpc>
                <a:spcPct val="115000"/>
              </a:lnSpc>
              <a:spcBef>
                <a:spcPts val="0"/>
              </a:spcBef>
              <a:spcAft>
                <a:spcPts val="0"/>
              </a:spcAft>
              <a:buSzPts val="1200"/>
              <a:buFont typeface="DM Sans"/>
              <a:buChar char="■"/>
              <a:defRPr sz="1200">
                <a:latin typeface="DM Sans"/>
                <a:ea typeface="DM Sans"/>
                <a:cs typeface="DM Sans"/>
                <a:sym typeface="DM Sans"/>
              </a:defRPr>
            </a:lvl6pPr>
            <a:lvl7pPr indent="-304800" lvl="6" marL="3200400" algn="l">
              <a:lnSpc>
                <a:spcPct val="115000"/>
              </a:lnSpc>
              <a:spcBef>
                <a:spcPts val="0"/>
              </a:spcBef>
              <a:spcAft>
                <a:spcPts val="0"/>
              </a:spcAft>
              <a:buSzPts val="1200"/>
              <a:buFont typeface="DM Sans"/>
              <a:buChar char="●"/>
              <a:defRPr sz="1200">
                <a:latin typeface="DM Sans"/>
                <a:ea typeface="DM Sans"/>
                <a:cs typeface="DM Sans"/>
                <a:sym typeface="DM Sans"/>
              </a:defRPr>
            </a:lvl7pPr>
            <a:lvl8pPr indent="-304800" lvl="7" marL="3657600" algn="l">
              <a:lnSpc>
                <a:spcPct val="115000"/>
              </a:lnSpc>
              <a:spcBef>
                <a:spcPts val="0"/>
              </a:spcBef>
              <a:spcAft>
                <a:spcPts val="0"/>
              </a:spcAft>
              <a:buSzPts val="1200"/>
              <a:buFont typeface="DM Sans"/>
              <a:buChar char="○"/>
              <a:defRPr sz="1200">
                <a:latin typeface="DM Sans"/>
                <a:ea typeface="DM Sans"/>
                <a:cs typeface="DM Sans"/>
                <a:sym typeface="DM Sans"/>
              </a:defRPr>
            </a:lvl8pPr>
            <a:lvl9pPr indent="-304800" lvl="8" marL="4114800" algn="l">
              <a:lnSpc>
                <a:spcPct val="115000"/>
              </a:lnSpc>
              <a:spcBef>
                <a:spcPts val="0"/>
              </a:spcBef>
              <a:spcAft>
                <a:spcPts val="0"/>
              </a:spcAft>
              <a:buSzPts val="1200"/>
              <a:buFont typeface="DM Sans"/>
              <a:buChar char="■"/>
              <a:defRPr sz="1200">
                <a:latin typeface="DM Sans"/>
                <a:ea typeface="DM Sans"/>
                <a:cs typeface="DM Sans"/>
                <a:sym typeface="DM Sans"/>
              </a:defRPr>
            </a:lvl9pPr>
          </a:lstStyle>
          <a:p/>
        </p:txBody>
      </p:sp>
      <p:sp>
        <p:nvSpPr>
          <p:cNvPr id="133" name="Google Shape;133;p28"/>
          <p:cNvSpPr txBox="1"/>
          <p:nvPr>
            <p:ph idx="2" type="body"/>
          </p:nvPr>
        </p:nvSpPr>
        <p:spPr>
          <a:xfrm>
            <a:off x="4832400" y="1152475"/>
            <a:ext cx="40830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Font typeface="DM Sans"/>
              <a:buChar char="●"/>
              <a:defRPr sz="1400">
                <a:latin typeface="DM Sans"/>
                <a:ea typeface="DM Sans"/>
                <a:cs typeface="DM Sans"/>
                <a:sym typeface="DM Sans"/>
              </a:defRPr>
            </a:lvl1pPr>
            <a:lvl2pPr indent="-304800" lvl="1" marL="914400" algn="l">
              <a:lnSpc>
                <a:spcPct val="115000"/>
              </a:lnSpc>
              <a:spcBef>
                <a:spcPts val="0"/>
              </a:spcBef>
              <a:spcAft>
                <a:spcPts val="0"/>
              </a:spcAft>
              <a:buSzPts val="1200"/>
              <a:buFont typeface="DM Sans"/>
              <a:buChar char="○"/>
              <a:defRPr sz="1200">
                <a:latin typeface="DM Sans"/>
                <a:ea typeface="DM Sans"/>
                <a:cs typeface="DM Sans"/>
                <a:sym typeface="DM Sans"/>
              </a:defRPr>
            </a:lvl2pPr>
            <a:lvl3pPr indent="-304800" lvl="2" marL="1371600" algn="l">
              <a:lnSpc>
                <a:spcPct val="115000"/>
              </a:lnSpc>
              <a:spcBef>
                <a:spcPts val="0"/>
              </a:spcBef>
              <a:spcAft>
                <a:spcPts val="0"/>
              </a:spcAft>
              <a:buSzPts val="1200"/>
              <a:buFont typeface="DM Sans"/>
              <a:buChar char="■"/>
              <a:defRPr sz="1200">
                <a:latin typeface="DM Sans"/>
                <a:ea typeface="DM Sans"/>
                <a:cs typeface="DM Sans"/>
                <a:sym typeface="DM Sans"/>
              </a:defRPr>
            </a:lvl3pPr>
            <a:lvl4pPr indent="-304800" lvl="3" marL="1828800" algn="l">
              <a:lnSpc>
                <a:spcPct val="115000"/>
              </a:lnSpc>
              <a:spcBef>
                <a:spcPts val="0"/>
              </a:spcBef>
              <a:spcAft>
                <a:spcPts val="0"/>
              </a:spcAft>
              <a:buSzPts val="1200"/>
              <a:buFont typeface="DM Sans"/>
              <a:buChar char="●"/>
              <a:defRPr sz="1200">
                <a:latin typeface="DM Sans"/>
                <a:ea typeface="DM Sans"/>
                <a:cs typeface="DM Sans"/>
                <a:sym typeface="DM Sans"/>
              </a:defRPr>
            </a:lvl4pPr>
            <a:lvl5pPr indent="-304800" lvl="4" marL="2286000" algn="l">
              <a:lnSpc>
                <a:spcPct val="115000"/>
              </a:lnSpc>
              <a:spcBef>
                <a:spcPts val="0"/>
              </a:spcBef>
              <a:spcAft>
                <a:spcPts val="0"/>
              </a:spcAft>
              <a:buSzPts val="1200"/>
              <a:buFont typeface="DM Sans"/>
              <a:buChar char="○"/>
              <a:defRPr sz="1200">
                <a:latin typeface="DM Sans"/>
                <a:ea typeface="DM Sans"/>
                <a:cs typeface="DM Sans"/>
                <a:sym typeface="DM Sans"/>
              </a:defRPr>
            </a:lvl5pPr>
            <a:lvl6pPr indent="-304800" lvl="5" marL="2743200" algn="l">
              <a:lnSpc>
                <a:spcPct val="115000"/>
              </a:lnSpc>
              <a:spcBef>
                <a:spcPts val="0"/>
              </a:spcBef>
              <a:spcAft>
                <a:spcPts val="0"/>
              </a:spcAft>
              <a:buSzPts val="1200"/>
              <a:buFont typeface="DM Sans"/>
              <a:buChar char="■"/>
              <a:defRPr sz="1200">
                <a:latin typeface="DM Sans"/>
                <a:ea typeface="DM Sans"/>
                <a:cs typeface="DM Sans"/>
                <a:sym typeface="DM Sans"/>
              </a:defRPr>
            </a:lvl6pPr>
            <a:lvl7pPr indent="-304800" lvl="6" marL="3200400" algn="l">
              <a:lnSpc>
                <a:spcPct val="115000"/>
              </a:lnSpc>
              <a:spcBef>
                <a:spcPts val="0"/>
              </a:spcBef>
              <a:spcAft>
                <a:spcPts val="0"/>
              </a:spcAft>
              <a:buSzPts val="1200"/>
              <a:buFont typeface="DM Sans"/>
              <a:buChar char="●"/>
              <a:defRPr sz="1200">
                <a:latin typeface="DM Sans"/>
                <a:ea typeface="DM Sans"/>
                <a:cs typeface="DM Sans"/>
                <a:sym typeface="DM Sans"/>
              </a:defRPr>
            </a:lvl7pPr>
            <a:lvl8pPr indent="-304800" lvl="7" marL="3657600" algn="l">
              <a:lnSpc>
                <a:spcPct val="115000"/>
              </a:lnSpc>
              <a:spcBef>
                <a:spcPts val="0"/>
              </a:spcBef>
              <a:spcAft>
                <a:spcPts val="0"/>
              </a:spcAft>
              <a:buSzPts val="1200"/>
              <a:buFont typeface="DM Sans"/>
              <a:buChar char="○"/>
              <a:defRPr sz="1200">
                <a:latin typeface="DM Sans"/>
                <a:ea typeface="DM Sans"/>
                <a:cs typeface="DM Sans"/>
                <a:sym typeface="DM Sans"/>
              </a:defRPr>
            </a:lvl8pPr>
            <a:lvl9pPr indent="-304800" lvl="8" marL="4114800" algn="l">
              <a:lnSpc>
                <a:spcPct val="115000"/>
              </a:lnSpc>
              <a:spcBef>
                <a:spcPts val="0"/>
              </a:spcBef>
              <a:spcAft>
                <a:spcPts val="0"/>
              </a:spcAft>
              <a:buSzPts val="1200"/>
              <a:buFont typeface="DM Sans"/>
              <a:buChar char="■"/>
              <a:defRPr sz="1200">
                <a:latin typeface="DM Sans"/>
                <a:ea typeface="DM Sans"/>
                <a:cs typeface="DM Sans"/>
                <a:sym typeface="DM Sans"/>
              </a:defRPr>
            </a:lvl9pPr>
          </a:lstStyle>
          <a:p/>
        </p:txBody>
      </p:sp>
      <p:sp>
        <p:nvSpPr>
          <p:cNvPr id="134" name="Google Shape;134;p28"/>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35" name="Google Shape;135;p28"/>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136" name="Google Shape;136;p28"/>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2024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1" type="title">
  <p:cSld name="TITLE">
    <p:bg>
      <p:bgPr>
        <a:solidFill>
          <a:schemeClr val="dk1"/>
        </a:solidFill>
      </p:bgPr>
    </p:bg>
    <p:spTree>
      <p:nvGrpSpPr>
        <p:cNvPr id="140" name="Shape 140"/>
        <p:cNvGrpSpPr/>
        <p:nvPr/>
      </p:nvGrpSpPr>
      <p:grpSpPr>
        <a:xfrm>
          <a:off x="0" y="0"/>
          <a:ext cx="0" cy="0"/>
          <a:chOff x="0" y="0"/>
          <a:chExt cx="0" cy="0"/>
        </a:xfrm>
      </p:grpSpPr>
      <p:sp>
        <p:nvSpPr>
          <p:cNvPr id="141" name="Google Shape;141;p30"/>
          <p:cNvSpPr txBox="1"/>
          <p:nvPr>
            <p:ph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lvl1pPr lvl="0" algn="l">
              <a:lnSpc>
                <a:spcPct val="75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algn="l">
              <a:lnSpc>
                <a:spcPct val="80000"/>
              </a:lnSpc>
              <a:spcBef>
                <a:spcPts val="0"/>
              </a:spcBef>
              <a:spcAft>
                <a:spcPts val="0"/>
              </a:spcAft>
              <a:buSzPts val="5200"/>
              <a:buNone/>
              <a:defRPr sz="5200"/>
            </a:lvl2pPr>
            <a:lvl3pPr lvl="2" algn="l">
              <a:lnSpc>
                <a:spcPct val="80000"/>
              </a:lnSpc>
              <a:spcBef>
                <a:spcPts val="0"/>
              </a:spcBef>
              <a:spcAft>
                <a:spcPts val="0"/>
              </a:spcAft>
              <a:buSzPts val="5200"/>
              <a:buNone/>
              <a:defRPr sz="5200"/>
            </a:lvl3pPr>
            <a:lvl4pPr lvl="3" algn="l">
              <a:lnSpc>
                <a:spcPct val="80000"/>
              </a:lnSpc>
              <a:spcBef>
                <a:spcPts val="0"/>
              </a:spcBef>
              <a:spcAft>
                <a:spcPts val="0"/>
              </a:spcAft>
              <a:buSzPts val="5200"/>
              <a:buNone/>
              <a:defRPr sz="5200"/>
            </a:lvl4pPr>
            <a:lvl5pPr lvl="4" algn="l">
              <a:lnSpc>
                <a:spcPct val="80000"/>
              </a:lnSpc>
              <a:spcBef>
                <a:spcPts val="0"/>
              </a:spcBef>
              <a:spcAft>
                <a:spcPts val="0"/>
              </a:spcAft>
              <a:buSzPts val="5200"/>
              <a:buNone/>
              <a:defRPr sz="5200"/>
            </a:lvl5pPr>
            <a:lvl6pPr lvl="5" algn="l">
              <a:lnSpc>
                <a:spcPct val="80000"/>
              </a:lnSpc>
              <a:spcBef>
                <a:spcPts val="0"/>
              </a:spcBef>
              <a:spcAft>
                <a:spcPts val="0"/>
              </a:spcAft>
              <a:buSzPts val="5200"/>
              <a:buNone/>
              <a:defRPr sz="5200"/>
            </a:lvl6pPr>
            <a:lvl7pPr lvl="6" algn="l">
              <a:lnSpc>
                <a:spcPct val="80000"/>
              </a:lnSpc>
              <a:spcBef>
                <a:spcPts val="0"/>
              </a:spcBef>
              <a:spcAft>
                <a:spcPts val="0"/>
              </a:spcAft>
              <a:buSzPts val="5200"/>
              <a:buNone/>
              <a:defRPr sz="5200"/>
            </a:lvl7pPr>
            <a:lvl8pPr lvl="7" algn="l">
              <a:lnSpc>
                <a:spcPct val="80000"/>
              </a:lnSpc>
              <a:spcBef>
                <a:spcPts val="0"/>
              </a:spcBef>
              <a:spcAft>
                <a:spcPts val="0"/>
              </a:spcAft>
              <a:buSzPts val="5200"/>
              <a:buNone/>
              <a:defRPr sz="5200"/>
            </a:lvl8pPr>
            <a:lvl9pPr lvl="8" algn="l">
              <a:lnSpc>
                <a:spcPct val="80000"/>
              </a:lnSpc>
              <a:spcBef>
                <a:spcPts val="0"/>
              </a:spcBef>
              <a:spcAft>
                <a:spcPts val="0"/>
              </a:spcAft>
              <a:buSzPts val="5200"/>
              <a:buNone/>
              <a:defRPr sz="5200"/>
            </a:lvl9pPr>
          </a:lstStyle>
          <a:p/>
        </p:txBody>
      </p:sp>
      <p:sp>
        <p:nvSpPr>
          <p:cNvPr id="142" name="Google Shape;142;p30"/>
          <p:cNvSpPr txBox="1"/>
          <p:nvPr>
            <p:ph idx="1"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pic>
        <p:nvPicPr>
          <p:cNvPr id="143" name="Google Shape;143;p30"/>
          <p:cNvPicPr preferRelativeResize="0"/>
          <p:nvPr/>
        </p:nvPicPr>
        <p:blipFill rotWithShape="1">
          <a:blip r:embed="rId2">
            <a:alphaModFix/>
          </a:blip>
          <a:srcRect b="0" l="0" r="0" t="0"/>
          <a:stretch/>
        </p:blipFill>
        <p:spPr>
          <a:xfrm>
            <a:off x="4924439" y="0"/>
            <a:ext cx="4219573" cy="5143500"/>
          </a:xfrm>
          <a:prstGeom prst="rect">
            <a:avLst/>
          </a:prstGeom>
          <a:noFill/>
          <a:ln>
            <a:noFill/>
          </a:ln>
        </p:spPr>
      </p:pic>
      <p:pic>
        <p:nvPicPr>
          <p:cNvPr id="144" name="Google Shape;144;p30"/>
          <p:cNvPicPr preferRelativeResize="0"/>
          <p:nvPr/>
        </p:nvPicPr>
        <p:blipFill rotWithShape="1">
          <a:blip r:embed="rId3">
            <a:alphaModFix/>
          </a:blip>
          <a:srcRect b="0" l="0" r="0" t="0"/>
          <a:stretch/>
        </p:blipFill>
        <p:spPr>
          <a:xfrm>
            <a:off x="228600" y="4605495"/>
            <a:ext cx="1006623" cy="345579"/>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Logo">
  <p:cSld name="CAPTION_ONLY_2">
    <p:bg>
      <p:bgPr>
        <a:solidFill>
          <a:schemeClr val="lt1"/>
        </a:solidFill>
      </p:bgPr>
    </p:bg>
    <p:spTree>
      <p:nvGrpSpPr>
        <p:cNvPr id="145" name="Shape 145"/>
        <p:cNvGrpSpPr/>
        <p:nvPr/>
      </p:nvGrpSpPr>
      <p:grpSpPr>
        <a:xfrm>
          <a:off x="0" y="0"/>
          <a:ext cx="0" cy="0"/>
          <a:chOff x="0" y="0"/>
          <a:chExt cx="0" cy="0"/>
        </a:xfrm>
      </p:grpSpPr>
      <p:pic>
        <p:nvPicPr>
          <p:cNvPr id="146" name="Google Shape;146;p31"/>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02">
  <p:cSld name="TITLE_AND_BODY_1">
    <p:bg>
      <p:bgPr>
        <a:solidFill>
          <a:schemeClr val="lt1"/>
        </a:solidFill>
      </p:bgPr>
    </p:bg>
    <p:spTree>
      <p:nvGrpSpPr>
        <p:cNvPr id="147" name="Shape 147"/>
        <p:cNvGrpSpPr/>
        <p:nvPr/>
      </p:nvGrpSpPr>
      <p:grpSpPr>
        <a:xfrm>
          <a:off x="0" y="0"/>
          <a:ext cx="0" cy="0"/>
          <a:chOff x="0" y="0"/>
          <a:chExt cx="0" cy="0"/>
        </a:xfrm>
      </p:grpSpPr>
      <p:sp>
        <p:nvSpPr>
          <p:cNvPr id="148" name="Google Shape;148;p32"/>
          <p:cNvSpPr txBox="1"/>
          <p:nvPr>
            <p:ph type="title"/>
          </p:nvPr>
        </p:nvSpPr>
        <p:spPr>
          <a:xfrm>
            <a:off x="228600" y="342900"/>
            <a:ext cx="52602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149" name="Google Shape;149;p32"/>
          <p:cNvSpPr txBox="1"/>
          <p:nvPr>
            <p:ph idx="1" type="body"/>
          </p:nvPr>
        </p:nvSpPr>
        <p:spPr>
          <a:xfrm>
            <a:off x="228600" y="1152475"/>
            <a:ext cx="52602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150" name="Google Shape;150;p32"/>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2025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
        <p:nvSpPr>
          <p:cNvPr id="151" name="Google Shape;151;p32"/>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52" name="Google Shape;152;p32"/>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01" type="secHead">
  <p:cSld name="SECTION_HEADER">
    <p:bg>
      <p:bgPr>
        <a:solidFill>
          <a:schemeClr val="lt1"/>
        </a:solidFill>
      </p:bgPr>
    </p:bg>
    <p:spTree>
      <p:nvGrpSpPr>
        <p:cNvPr id="153" name="Shape 153"/>
        <p:cNvGrpSpPr/>
        <p:nvPr/>
      </p:nvGrpSpPr>
      <p:grpSpPr>
        <a:xfrm>
          <a:off x="0" y="0"/>
          <a:ext cx="0" cy="0"/>
          <a:chOff x="0" y="0"/>
          <a:chExt cx="0" cy="0"/>
        </a:xfrm>
      </p:grpSpPr>
      <p:sp>
        <p:nvSpPr>
          <p:cNvPr id="154" name="Google Shape;154;p33"/>
          <p:cNvSpPr txBox="1"/>
          <p:nvPr>
            <p:ph type="title"/>
          </p:nvPr>
        </p:nvSpPr>
        <p:spPr>
          <a:xfrm>
            <a:off x="228600" y="1751875"/>
            <a:ext cx="5257800" cy="1082400"/>
          </a:xfrm>
          <a:prstGeom prst="rect">
            <a:avLst/>
          </a:prstGeom>
          <a:noFill/>
          <a:ln>
            <a:noFill/>
          </a:ln>
        </p:spPr>
        <p:txBody>
          <a:bodyPr anchorCtr="0" anchor="t" bIns="91425" lIns="91425" spcFirstLastPara="1" rIns="91425" wrap="square" tIns="91425">
            <a:spAutoFit/>
          </a:bodyPr>
          <a:lstStyle>
            <a:lvl1pPr lvl="0" algn="l">
              <a:lnSpc>
                <a:spcPct val="85000"/>
              </a:lnSpc>
              <a:spcBef>
                <a:spcPts val="0"/>
              </a:spcBef>
              <a:spcAft>
                <a:spcPts val="0"/>
              </a:spcAft>
              <a:buSzPts val="3600"/>
              <a:buFont typeface="DM Mono"/>
              <a:buNone/>
              <a:defRPr sz="3600">
                <a:latin typeface="DM Mono"/>
                <a:ea typeface="DM Mono"/>
                <a:cs typeface="DM Mono"/>
                <a:sym typeface="DM Mono"/>
              </a:defRPr>
            </a:lvl1pPr>
            <a:lvl2pPr lvl="1" algn="l">
              <a:lnSpc>
                <a:spcPct val="80000"/>
              </a:lnSpc>
              <a:spcBef>
                <a:spcPts val="0"/>
              </a:spcBef>
              <a:spcAft>
                <a:spcPts val="0"/>
              </a:spcAft>
              <a:buSzPts val="3600"/>
              <a:buNone/>
              <a:defRPr sz="3600"/>
            </a:lvl2pPr>
            <a:lvl3pPr lvl="2" algn="l">
              <a:lnSpc>
                <a:spcPct val="80000"/>
              </a:lnSpc>
              <a:spcBef>
                <a:spcPts val="0"/>
              </a:spcBef>
              <a:spcAft>
                <a:spcPts val="0"/>
              </a:spcAft>
              <a:buSzPts val="3600"/>
              <a:buNone/>
              <a:defRPr sz="3600"/>
            </a:lvl3pPr>
            <a:lvl4pPr lvl="3" algn="l">
              <a:lnSpc>
                <a:spcPct val="80000"/>
              </a:lnSpc>
              <a:spcBef>
                <a:spcPts val="0"/>
              </a:spcBef>
              <a:spcAft>
                <a:spcPts val="0"/>
              </a:spcAft>
              <a:buSzPts val="3600"/>
              <a:buNone/>
              <a:defRPr sz="3600"/>
            </a:lvl4pPr>
            <a:lvl5pPr lvl="4" algn="l">
              <a:lnSpc>
                <a:spcPct val="80000"/>
              </a:lnSpc>
              <a:spcBef>
                <a:spcPts val="0"/>
              </a:spcBef>
              <a:spcAft>
                <a:spcPts val="0"/>
              </a:spcAft>
              <a:buSzPts val="3600"/>
              <a:buNone/>
              <a:defRPr sz="3600"/>
            </a:lvl5pPr>
            <a:lvl6pPr lvl="5" algn="l">
              <a:lnSpc>
                <a:spcPct val="80000"/>
              </a:lnSpc>
              <a:spcBef>
                <a:spcPts val="0"/>
              </a:spcBef>
              <a:spcAft>
                <a:spcPts val="0"/>
              </a:spcAft>
              <a:buSzPts val="3600"/>
              <a:buNone/>
              <a:defRPr sz="3600"/>
            </a:lvl6pPr>
            <a:lvl7pPr lvl="6" algn="l">
              <a:lnSpc>
                <a:spcPct val="80000"/>
              </a:lnSpc>
              <a:spcBef>
                <a:spcPts val="0"/>
              </a:spcBef>
              <a:spcAft>
                <a:spcPts val="0"/>
              </a:spcAft>
              <a:buSzPts val="3600"/>
              <a:buNone/>
              <a:defRPr sz="3600"/>
            </a:lvl7pPr>
            <a:lvl8pPr lvl="7" algn="l">
              <a:lnSpc>
                <a:spcPct val="80000"/>
              </a:lnSpc>
              <a:spcBef>
                <a:spcPts val="0"/>
              </a:spcBef>
              <a:spcAft>
                <a:spcPts val="0"/>
              </a:spcAft>
              <a:buSzPts val="3600"/>
              <a:buNone/>
              <a:defRPr sz="3600"/>
            </a:lvl8pPr>
            <a:lvl9pPr lvl="8" algn="l">
              <a:lnSpc>
                <a:spcPct val="80000"/>
              </a:lnSpc>
              <a:spcBef>
                <a:spcPts val="0"/>
              </a:spcBef>
              <a:spcAft>
                <a:spcPts val="0"/>
              </a:spcAft>
              <a:buSzPts val="3600"/>
              <a:buNone/>
              <a:defRPr sz="3600"/>
            </a:lvl9pPr>
          </a:lstStyle>
          <a:p/>
        </p:txBody>
      </p:sp>
      <p:sp>
        <p:nvSpPr>
          <p:cNvPr id="155" name="Google Shape;155;p33"/>
          <p:cNvSpPr txBox="1"/>
          <p:nvPr>
            <p:ph idx="1" type="subTitle"/>
          </p:nvPr>
        </p:nvSpPr>
        <p:spPr>
          <a:xfrm>
            <a:off x="228600" y="2834125"/>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700"/>
              <a:buFont typeface="DM Sans"/>
              <a:buNone/>
              <a:defRPr sz="1700">
                <a:latin typeface="DM Sans"/>
                <a:ea typeface="DM Sans"/>
                <a:cs typeface="DM Sans"/>
                <a:sym typeface="DM Sans"/>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pic>
        <p:nvPicPr>
          <p:cNvPr id="156" name="Google Shape;156;p33"/>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157" name="Google Shape;157;p33"/>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sp>
        <p:nvSpPr>
          <p:cNvPr id="158" name="Google Shape;158;p33"/>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2025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type="tx">
  <p:cSld name="TITLE_AND_BODY">
    <p:bg>
      <p:bgPr>
        <a:solidFill>
          <a:schemeClr val="lt1"/>
        </a:solidFill>
      </p:bgPr>
    </p:bg>
    <p:spTree>
      <p:nvGrpSpPr>
        <p:cNvPr id="159" name="Shape 159"/>
        <p:cNvGrpSpPr/>
        <p:nvPr/>
      </p:nvGrpSpPr>
      <p:grpSpPr>
        <a:xfrm>
          <a:off x="0" y="0"/>
          <a:ext cx="0" cy="0"/>
          <a:chOff x="0" y="0"/>
          <a:chExt cx="0" cy="0"/>
        </a:xfrm>
      </p:grpSpPr>
      <p:sp>
        <p:nvSpPr>
          <p:cNvPr id="160" name="Google Shape;160;p34"/>
          <p:cNvSpPr txBox="1"/>
          <p:nvPr>
            <p:ph type="title"/>
          </p:nvPr>
        </p:nvSpPr>
        <p:spPr>
          <a:xfrm>
            <a:off x="228600" y="342900"/>
            <a:ext cx="69183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800"/>
              <a:buFont typeface="DM Mono"/>
              <a:buNone/>
              <a:defRPr>
                <a:latin typeface="DM Mono"/>
                <a:ea typeface="DM Mono"/>
                <a:cs typeface="DM Mono"/>
                <a:sym typeface="DM Mono"/>
              </a:defRPr>
            </a:lvl1pPr>
            <a:lvl2pPr lvl="1" algn="l">
              <a:lnSpc>
                <a:spcPct val="80000"/>
              </a:lnSpc>
              <a:spcBef>
                <a:spcPts val="0"/>
              </a:spcBef>
              <a:spcAft>
                <a:spcPts val="0"/>
              </a:spcAft>
              <a:buSzPts val="2800"/>
              <a:buNone/>
              <a:defRPr/>
            </a:lvl2pPr>
            <a:lvl3pPr lvl="2" algn="l">
              <a:lnSpc>
                <a:spcPct val="80000"/>
              </a:lnSpc>
              <a:spcBef>
                <a:spcPts val="0"/>
              </a:spcBef>
              <a:spcAft>
                <a:spcPts val="0"/>
              </a:spcAft>
              <a:buSzPts val="2800"/>
              <a:buNone/>
              <a:defRPr/>
            </a:lvl3pPr>
            <a:lvl4pPr lvl="3" algn="l">
              <a:lnSpc>
                <a:spcPct val="80000"/>
              </a:lnSpc>
              <a:spcBef>
                <a:spcPts val="0"/>
              </a:spcBef>
              <a:spcAft>
                <a:spcPts val="0"/>
              </a:spcAft>
              <a:buSzPts val="2800"/>
              <a:buNone/>
              <a:defRPr/>
            </a:lvl4pPr>
            <a:lvl5pPr lvl="4" algn="l">
              <a:lnSpc>
                <a:spcPct val="80000"/>
              </a:lnSpc>
              <a:spcBef>
                <a:spcPts val="0"/>
              </a:spcBef>
              <a:spcAft>
                <a:spcPts val="0"/>
              </a:spcAft>
              <a:buSzPts val="2800"/>
              <a:buNone/>
              <a:defRPr/>
            </a:lvl5pPr>
            <a:lvl6pPr lvl="5" algn="l">
              <a:lnSpc>
                <a:spcPct val="80000"/>
              </a:lnSpc>
              <a:spcBef>
                <a:spcPts val="0"/>
              </a:spcBef>
              <a:spcAft>
                <a:spcPts val="0"/>
              </a:spcAft>
              <a:buSzPts val="2800"/>
              <a:buNone/>
              <a:defRPr/>
            </a:lvl6pPr>
            <a:lvl7pPr lvl="6" algn="l">
              <a:lnSpc>
                <a:spcPct val="80000"/>
              </a:lnSpc>
              <a:spcBef>
                <a:spcPts val="0"/>
              </a:spcBef>
              <a:spcAft>
                <a:spcPts val="0"/>
              </a:spcAft>
              <a:buSzPts val="2800"/>
              <a:buNone/>
              <a:defRPr/>
            </a:lvl7pPr>
            <a:lvl8pPr lvl="7" algn="l">
              <a:lnSpc>
                <a:spcPct val="80000"/>
              </a:lnSpc>
              <a:spcBef>
                <a:spcPts val="0"/>
              </a:spcBef>
              <a:spcAft>
                <a:spcPts val="0"/>
              </a:spcAft>
              <a:buSzPts val="2800"/>
              <a:buNone/>
              <a:defRPr/>
            </a:lvl8pPr>
            <a:lvl9pPr lvl="8" algn="l">
              <a:lnSpc>
                <a:spcPct val="80000"/>
              </a:lnSpc>
              <a:spcBef>
                <a:spcPts val="0"/>
              </a:spcBef>
              <a:spcAft>
                <a:spcPts val="0"/>
              </a:spcAft>
              <a:buSzPts val="2800"/>
              <a:buNone/>
              <a:defRPr/>
            </a:lvl9pPr>
          </a:lstStyle>
          <a:p/>
        </p:txBody>
      </p:sp>
      <p:sp>
        <p:nvSpPr>
          <p:cNvPr id="161" name="Google Shape;161;p34"/>
          <p:cNvSpPr txBox="1"/>
          <p:nvPr>
            <p:ph idx="1" type="body"/>
          </p:nvPr>
        </p:nvSpPr>
        <p:spPr>
          <a:xfrm>
            <a:off x="228600" y="1152475"/>
            <a:ext cx="52602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162" name="Google Shape;162;p34"/>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63" name="Google Shape;163;p34"/>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164" name="Google Shape;164;p34"/>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2025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2">
  <p:cSld name="TITLE_1">
    <p:bg>
      <p:bgPr>
        <a:solidFill>
          <a:schemeClr val="dk1"/>
        </a:solidFill>
      </p:bgPr>
    </p:bg>
    <p:spTree>
      <p:nvGrpSpPr>
        <p:cNvPr id="165" name="Shape 165"/>
        <p:cNvGrpSpPr/>
        <p:nvPr/>
      </p:nvGrpSpPr>
      <p:grpSpPr>
        <a:xfrm>
          <a:off x="0" y="0"/>
          <a:ext cx="0" cy="0"/>
          <a:chOff x="0" y="0"/>
          <a:chExt cx="0" cy="0"/>
        </a:xfrm>
      </p:grpSpPr>
      <p:sp>
        <p:nvSpPr>
          <p:cNvPr id="166" name="Google Shape;166;p35"/>
          <p:cNvSpPr txBox="1"/>
          <p:nvPr>
            <p:ph idx="1"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sp>
        <p:nvSpPr>
          <p:cNvPr id="167" name="Google Shape;167;p35"/>
          <p:cNvSpPr txBox="1"/>
          <p:nvPr>
            <p:ph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lvl1pPr lvl="0" algn="l">
              <a:lnSpc>
                <a:spcPct val="75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algn="l">
              <a:lnSpc>
                <a:spcPct val="80000"/>
              </a:lnSpc>
              <a:spcBef>
                <a:spcPts val="0"/>
              </a:spcBef>
              <a:spcAft>
                <a:spcPts val="0"/>
              </a:spcAft>
              <a:buSzPts val="5200"/>
              <a:buNone/>
              <a:defRPr sz="5200"/>
            </a:lvl2pPr>
            <a:lvl3pPr lvl="2" algn="l">
              <a:lnSpc>
                <a:spcPct val="80000"/>
              </a:lnSpc>
              <a:spcBef>
                <a:spcPts val="0"/>
              </a:spcBef>
              <a:spcAft>
                <a:spcPts val="0"/>
              </a:spcAft>
              <a:buSzPts val="5200"/>
              <a:buNone/>
              <a:defRPr sz="5200"/>
            </a:lvl3pPr>
            <a:lvl4pPr lvl="3" algn="l">
              <a:lnSpc>
                <a:spcPct val="80000"/>
              </a:lnSpc>
              <a:spcBef>
                <a:spcPts val="0"/>
              </a:spcBef>
              <a:spcAft>
                <a:spcPts val="0"/>
              </a:spcAft>
              <a:buSzPts val="5200"/>
              <a:buNone/>
              <a:defRPr sz="5200"/>
            </a:lvl4pPr>
            <a:lvl5pPr lvl="4" algn="l">
              <a:lnSpc>
                <a:spcPct val="80000"/>
              </a:lnSpc>
              <a:spcBef>
                <a:spcPts val="0"/>
              </a:spcBef>
              <a:spcAft>
                <a:spcPts val="0"/>
              </a:spcAft>
              <a:buSzPts val="5200"/>
              <a:buNone/>
              <a:defRPr sz="5200"/>
            </a:lvl5pPr>
            <a:lvl6pPr lvl="5" algn="l">
              <a:lnSpc>
                <a:spcPct val="80000"/>
              </a:lnSpc>
              <a:spcBef>
                <a:spcPts val="0"/>
              </a:spcBef>
              <a:spcAft>
                <a:spcPts val="0"/>
              </a:spcAft>
              <a:buSzPts val="5200"/>
              <a:buNone/>
              <a:defRPr sz="5200"/>
            </a:lvl6pPr>
            <a:lvl7pPr lvl="6" algn="l">
              <a:lnSpc>
                <a:spcPct val="80000"/>
              </a:lnSpc>
              <a:spcBef>
                <a:spcPts val="0"/>
              </a:spcBef>
              <a:spcAft>
                <a:spcPts val="0"/>
              </a:spcAft>
              <a:buSzPts val="5200"/>
              <a:buNone/>
              <a:defRPr sz="5200"/>
            </a:lvl7pPr>
            <a:lvl8pPr lvl="7" algn="l">
              <a:lnSpc>
                <a:spcPct val="80000"/>
              </a:lnSpc>
              <a:spcBef>
                <a:spcPts val="0"/>
              </a:spcBef>
              <a:spcAft>
                <a:spcPts val="0"/>
              </a:spcAft>
              <a:buSzPts val="5200"/>
              <a:buNone/>
              <a:defRPr sz="5200"/>
            </a:lvl8pPr>
            <a:lvl9pPr lvl="8" algn="l">
              <a:lnSpc>
                <a:spcPct val="80000"/>
              </a:lnSpc>
              <a:spcBef>
                <a:spcPts val="0"/>
              </a:spcBef>
              <a:spcAft>
                <a:spcPts val="0"/>
              </a:spcAft>
              <a:buSzPts val="5200"/>
              <a:buNone/>
              <a:defRPr sz="5200"/>
            </a:lvl9pPr>
          </a:lstStyle>
          <a:p/>
        </p:txBody>
      </p:sp>
      <p:sp>
        <p:nvSpPr>
          <p:cNvPr id="168" name="Google Shape;168;p35"/>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pic>
        <p:nvPicPr>
          <p:cNvPr id="169" name="Google Shape;169;p35"/>
          <p:cNvPicPr preferRelativeResize="0"/>
          <p:nvPr/>
        </p:nvPicPr>
        <p:blipFill rotWithShape="1">
          <a:blip r:embed="rId2">
            <a:alphaModFix/>
          </a:blip>
          <a:srcRect b="0" l="0" r="0" t="0"/>
          <a:stretch/>
        </p:blipFill>
        <p:spPr>
          <a:xfrm>
            <a:off x="228600" y="4605495"/>
            <a:ext cx="1006623" cy="345579"/>
          </a:xfrm>
          <a:prstGeom prst="rect">
            <a:avLst/>
          </a:prstGeom>
          <a:noFill/>
          <a:ln>
            <a:noFill/>
          </a:ln>
        </p:spPr>
      </p:pic>
      <p:sp>
        <p:nvSpPr>
          <p:cNvPr id="170" name="Google Shape;170;p35"/>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DM Sans"/>
                <a:ea typeface="DM Sans"/>
                <a:cs typeface="DM Sans"/>
                <a:sym typeface="DM Sans"/>
              </a:rPr>
              <a:t>Copyright © 2025 Kyriba Corp. All rights reserved.</a:t>
            </a:r>
            <a:endParaRPr b="0" i="0" sz="600" u="none" cap="none" strike="noStrike">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DM Sans"/>
              <a:ea typeface="DM Sans"/>
              <a:cs typeface="DM Sans"/>
              <a:sym typeface="DM San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4">
  <p:cSld name="TITLE_1_1">
    <p:bg>
      <p:bgPr>
        <a:solidFill>
          <a:schemeClr val="dk1"/>
        </a:solidFill>
      </p:bgPr>
    </p:bg>
    <p:spTree>
      <p:nvGrpSpPr>
        <p:cNvPr id="171" name="Shape 171"/>
        <p:cNvGrpSpPr/>
        <p:nvPr/>
      </p:nvGrpSpPr>
      <p:grpSpPr>
        <a:xfrm>
          <a:off x="0" y="0"/>
          <a:ext cx="0" cy="0"/>
          <a:chOff x="0" y="0"/>
          <a:chExt cx="0" cy="0"/>
        </a:xfrm>
      </p:grpSpPr>
      <p:sp>
        <p:nvSpPr>
          <p:cNvPr id="172" name="Google Shape;172;p36"/>
          <p:cNvSpPr txBox="1"/>
          <p:nvPr>
            <p:ph idx="1"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sp>
        <p:nvSpPr>
          <p:cNvPr id="173" name="Google Shape;173;p36"/>
          <p:cNvSpPr txBox="1"/>
          <p:nvPr>
            <p:ph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lvl1pPr lvl="0" algn="l">
              <a:lnSpc>
                <a:spcPct val="75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algn="l">
              <a:lnSpc>
                <a:spcPct val="80000"/>
              </a:lnSpc>
              <a:spcBef>
                <a:spcPts val="0"/>
              </a:spcBef>
              <a:spcAft>
                <a:spcPts val="0"/>
              </a:spcAft>
              <a:buSzPts val="5200"/>
              <a:buNone/>
              <a:defRPr sz="5200"/>
            </a:lvl2pPr>
            <a:lvl3pPr lvl="2" algn="l">
              <a:lnSpc>
                <a:spcPct val="80000"/>
              </a:lnSpc>
              <a:spcBef>
                <a:spcPts val="0"/>
              </a:spcBef>
              <a:spcAft>
                <a:spcPts val="0"/>
              </a:spcAft>
              <a:buSzPts val="5200"/>
              <a:buNone/>
              <a:defRPr sz="5200"/>
            </a:lvl3pPr>
            <a:lvl4pPr lvl="3" algn="l">
              <a:lnSpc>
                <a:spcPct val="80000"/>
              </a:lnSpc>
              <a:spcBef>
                <a:spcPts val="0"/>
              </a:spcBef>
              <a:spcAft>
                <a:spcPts val="0"/>
              </a:spcAft>
              <a:buSzPts val="5200"/>
              <a:buNone/>
              <a:defRPr sz="5200"/>
            </a:lvl4pPr>
            <a:lvl5pPr lvl="4" algn="l">
              <a:lnSpc>
                <a:spcPct val="80000"/>
              </a:lnSpc>
              <a:spcBef>
                <a:spcPts val="0"/>
              </a:spcBef>
              <a:spcAft>
                <a:spcPts val="0"/>
              </a:spcAft>
              <a:buSzPts val="5200"/>
              <a:buNone/>
              <a:defRPr sz="5200"/>
            </a:lvl5pPr>
            <a:lvl6pPr lvl="5" algn="l">
              <a:lnSpc>
                <a:spcPct val="80000"/>
              </a:lnSpc>
              <a:spcBef>
                <a:spcPts val="0"/>
              </a:spcBef>
              <a:spcAft>
                <a:spcPts val="0"/>
              </a:spcAft>
              <a:buSzPts val="5200"/>
              <a:buNone/>
              <a:defRPr sz="5200"/>
            </a:lvl6pPr>
            <a:lvl7pPr lvl="6" algn="l">
              <a:lnSpc>
                <a:spcPct val="80000"/>
              </a:lnSpc>
              <a:spcBef>
                <a:spcPts val="0"/>
              </a:spcBef>
              <a:spcAft>
                <a:spcPts val="0"/>
              </a:spcAft>
              <a:buSzPts val="5200"/>
              <a:buNone/>
              <a:defRPr sz="5200"/>
            </a:lvl7pPr>
            <a:lvl8pPr lvl="7" algn="l">
              <a:lnSpc>
                <a:spcPct val="80000"/>
              </a:lnSpc>
              <a:spcBef>
                <a:spcPts val="0"/>
              </a:spcBef>
              <a:spcAft>
                <a:spcPts val="0"/>
              </a:spcAft>
              <a:buSzPts val="5200"/>
              <a:buNone/>
              <a:defRPr sz="5200"/>
            </a:lvl8pPr>
            <a:lvl9pPr lvl="8" algn="l">
              <a:lnSpc>
                <a:spcPct val="80000"/>
              </a:lnSpc>
              <a:spcBef>
                <a:spcPts val="0"/>
              </a:spcBef>
              <a:spcAft>
                <a:spcPts val="0"/>
              </a:spcAft>
              <a:buSzPts val="5200"/>
              <a:buNone/>
              <a:defRPr sz="5200"/>
            </a:lvl9pPr>
          </a:lstStyle>
          <a:p/>
        </p:txBody>
      </p:sp>
      <p:pic>
        <p:nvPicPr>
          <p:cNvPr id="174" name="Google Shape;174;p36"/>
          <p:cNvPicPr preferRelativeResize="0"/>
          <p:nvPr/>
        </p:nvPicPr>
        <p:blipFill rotWithShape="1">
          <a:blip r:embed="rId2">
            <a:alphaModFix/>
          </a:blip>
          <a:srcRect b="0" l="0" r="0" t="0"/>
          <a:stretch/>
        </p:blipFill>
        <p:spPr>
          <a:xfrm>
            <a:off x="228600" y="4605495"/>
            <a:ext cx="1006623" cy="345579"/>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03">
  <p:cSld name="TITLE_1_2">
    <p:bg>
      <p:bgPr>
        <a:solidFill>
          <a:schemeClr val="dk1"/>
        </a:solidFill>
      </p:bgPr>
    </p:bg>
    <p:spTree>
      <p:nvGrpSpPr>
        <p:cNvPr id="175" name="Shape 175"/>
        <p:cNvGrpSpPr/>
        <p:nvPr/>
      </p:nvGrpSpPr>
      <p:grpSpPr>
        <a:xfrm>
          <a:off x="0" y="0"/>
          <a:ext cx="0" cy="0"/>
          <a:chOff x="0" y="0"/>
          <a:chExt cx="0" cy="0"/>
        </a:xfrm>
      </p:grpSpPr>
      <p:sp>
        <p:nvSpPr>
          <p:cNvPr id="176" name="Google Shape;176;p37"/>
          <p:cNvSpPr txBox="1"/>
          <p:nvPr>
            <p:ph type="ctrTitle"/>
          </p:nvPr>
        </p:nvSpPr>
        <p:spPr>
          <a:xfrm>
            <a:off x="228600" y="1252638"/>
            <a:ext cx="5260200" cy="20526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chemeClr val="lt1"/>
              </a:buClr>
              <a:buSzPts val="5200"/>
              <a:buFont typeface="DM Mono"/>
              <a:buNone/>
              <a:defRPr sz="5200">
                <a:solidFill>
                  <a:schemeClr val="lt1"/>
                </a:solidFill>
                <a:latin typeface="DM Mono"/>
                <a:ea typeface="DM Mono"/>
                <a:cs typeface="DM Mono"/>
                <a:sym typeface="DM Mono"/>
              </a:defRPr>
            </a:lvl1pPr>
            <a:lvl2pPr lvl="1" algn="l">
              <a:lnSpc>
                <a:spcPct val="80000"/>
              </a:lnSpc>
              <a:spcBef>
                <a:spcPts val="0"/>
              </a:spcBef>
              <a:spcAft>
                <a:spcPts val="0"/>
              </a:spcAft>
              <a:buSzPts val="5200"/>
              <a:buNone/>
              <a:defRPr sz="5200"/>
            </a:lvl2pPr>
            <a:lvl3pPr lvl="2" algn="l">
              <a:lnSpc>
                <a:spcPct val="80000"/>
              </a:lnSpc>
              <a:spcBef>
                <a:spcPts val="0"/>
              </a:spcBef>
              <a:spcAft>
                <a:spcPts val="0"/>
              </a:spcAft>
              <a:buSzPts val="5200"/>
              <a:buNone/>
              <a:defRPr sz="5200"/>
            </a:lvl3pPr>
            <a:lvl4pPr lvl="3" algn="l">
              <a:lnSpc>
                <a:spcPct val="80000"/>
              </a:lnSpc>
              <a:spcBef>
                <a:spcPts val="0"/>
              </a:spcBef>
              <a:spcAft>
                <a:spcPts val="0"/>
              </a:spcAft>
              <a:buSzPts val="5200"/>
              <a:buNone/>
              <a:defRPr sz="5200"/>
            </a:lvl4pPr>
            <a:lvl5pPr lvl="4" algn="l">
              <a:lnSpc>
                <a:spcPct val="80000"/>
              </a:lnSpc>
              <a:spcBef>
                <a:spcPts val="0"/>
              </a:spcBef>
              <a:spcAft>
                <a:spcPts val="0"/>
              </a:spcAft>
              <a:buSzPts val="5200"/>
              <a:buNone/>
              <a:defRPr sz="5200"/>
            </a:lvl5pPr>
            <a:lvl6pPr lvl="5" algn="l">
              <a:lnSpc>
                <a:spcPct val="80000"/>
              </a:lnSpc>
              <a:spcBef>
                <a:spcPts val="0"/>
              </a:spcBef>
              <a:spcAft>
                <a:spcPts val="0"/>
              </a:spcAft>
              <a:buSzPts val="5200"/>
              <a:buNone/>
              <a:defRPr sz="5200"/>
            </a:lvl6pPr>
            <a:lvl7pPr lvl="6" algn="l">
              <a:lnSpc>
                <a:spcPct val="80000"/>
              </a:lnSpc>
              <a:spcBef>
                <a:spcPts val="0"/>
              </a:spcBef>
              <a:spcAft>
                <a:spcPts val="0"/>
              </a:spcAft>
              <a:buSzPts val="5200"/>
              <a:buNone/>
              <a:defRPr sz="5200"/>
            </a:lvl7pPr>
            <a:lvl8pPr lvl="7" algn="l">
              <a:lnSpc>
                <a:spcPct val="80000"/>
              </a:lnSpc>
              <a:spcBef>
                <a:spcPts val="0"/>
              </a:spcBef>
              <a:spcAft>
                <a:spcPts val="0"/>
              </a:spcAft>
              <a:buSzPts val="5200"/>
              <a:buNone/>
              <a:defRPr sz="5200"/>
            </a:lvl8pPr>
            <a:lvl9pPr lvl="8" algn="l">
              <a:lnSpc>
                <a:spcPct val="80000"/>
              </a:lnSpc>
              <a:spcBef>
                <a:spcPts val="0"/>
              </a:spcBef>
              <a:spcAft>
                <a:spcPts val="0"/>
              </a:spcAft>
              <a:buSzPts val="5200"/>
              <a:buNone/>
              <a:defRPr sz="5200"/>
            </a:lvl9pPr>
          </a:lstStyle>
          <a:p/>
        </p:txBody>
      </p:sp>
      <p:sp>
        <p:nvSpPr>
          <p:cNvPr id="177" name="Google Shape;177;p37"/>
          <p:cNvSpPr txBox="1"/>
          <p:nvPr>
            <p:ph idx="1" type="subTitle"/>
          </p:nvPr>
        </p:nvSpPr>
        <p:spPr>
          <a:xfrm>
            <a:off x="228600" y="3305238"/>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algn="l">
              <a:lnSpc>
                <a:spcPct val="100000"/>
              </a:lnSpc>
              <a:spcBef>
                <a:spcPts val="0"/>
              </a:spcBef>
              <a:spcAft>
                <a:spcPts val="0"/>
              </a:spcAft>
              <a:buSzPts val="1700"/>
              <a:buNone/>
              <a:defRPr sz="1700"/>
            </a:lvl2pPr>
            <a:lvl3pPr lvl="2" algn="l">
              <a:lnSpc>
                <a:spcPct val="100000"/>
              </a:lnSpc>
              <a:spcBef>
                <a:spcPts val="0"/>
              </a:spcBef>
              <a:spcAft>
                <a:spcPts val="0"/>
              </a:spcAft>
              <a:buSzPts val="1700"/>
              <a:buNone/>
              <a:defRPr sz="1700"/>
            </a:lvl3pPr>
            <a:lvl4pPr lvl="3" algn="l">
              <a:lnSpc>
                <a:spcPct val="100000"/>
              </a:lnSpc>
              <a:spcBef>
                <a:spcPts val="0"/>
              </a:spcBef>
              <a:spcAft>
                <a:spcPts val="0"/>
              </a:spcAft>
              <a:buSzPts val="1700"/>
              <a:buNone/>
              <a:defRPr sz="1700"/>
            </a:lvl4pPr>
            <a:lvl5pPr lvl="4" algn="l">
              <a:lnSpc>
                <a:spcPct val="100000"/>
              </a:lnSpc>
              <a:spcBef>
                <a:spcPts val="0"/>
              </a:spcBef>
              <a:spcAft>
                <a:spcPts val="0"/>
              </a:spcAft>
              <a:buSzPts val="1700"/>
              <a:buNone/>
              <a:defRPr sz="1700"/>
            </a:lvl5pPr>
            <a:lvl6pPr lvl="5" algn="l">
              <a:lnSpc>
                <a:spcPct val="100000"/>
              </a:lnSpc>
              <a:spcBef>
                <a:spcPts val="0"/>
              </a:spcBef>
              <a:spcAft>
                <a:spcPts val="0"/>
              </a:spcAft>
              <a:buSzPts val="1700"/>
              <a:buNone/>
              <a:defRPr sz="1700"/>
            </a:lvl6pPr>
            <a:lvl7pPr lvl="6" algn="l">
              <a:lnSpc>
                <a:spcPct val="100000"/>
              </a:lnSpc>
              <a:spcBef>
                <a:spcPts val="0"/>
              </a:spcBef>
              <a:spcAft>
                <a:spcPts val="0"/>
              </a:spcAft>
              <a:buSzPts val="1700"/>
              <a:buNone/>
              <a:defRPr sz="1700"/>
            </a:lvl7pPr>
            <a:lvl8pPr lvl="7" algn="l">
              <a:lnSpc>
                <a:spcPct val="100000"/>
              </a:lnSpc>
              <a:spcBef>
                <a:spcPts val="0"/>
              </a:spcBef>
              <a:spcAft>
                <a:spcPts val="0"/>
              </a:spcAft>
              <a:buSzPts val="1700"/>
              <a:buNone/>
              <a:defRPr sz="1700"/>
            </a:lvl8pPr>
            <a:lvl9pPr lvl="8" algn="l">
              <a:lnSpc>
                <a:spcPct val="100000"/>
              </a:lnSpc>
              <a:spcBef>
                <a:spcPts val="0"/>
              </a:spcBef>
              <a:spcAft>
                <a:spcPts val="0"/>
              </a:spcAft>
              <a:buSzPts val="1700"/>
              <a:buNone/>
              <a:defRPr sz="1700"/>
            </a:lvl9pPr>
          </a:lstStyle>
          <a:p/>
        </p:txBody>
      </p:sp>
      <p:pic>
        <p:nvPicPr>
          <p:cNvPr id="178" name="Google Shape;178;p37"/>
          <p:cNvPicPr preferRelativeResize="0"/>
          <p:nvPr/>
        </p:nvPicPr>
        <p:blipFill rotWithShape="1">
          <a:blip r:embed="rId2">
            <a:alphaModFix/>
          </a:blip>
          <a:srcRect b="0" l="0" r="0" t="0"/>
          <a:stretch/>
        </p:blipFill>
        <p:spPr>
          <a:xfrm>
            <a:off x="228600" y="342895"/>
            <a:ext cx="1006623" cy="345579"/>
          </a:xfrm>
          <a:prstGeom prst="rect">
            <a:avLst/>
          </a:prstGeom>
          <a:noFill/>
          <a:ln>
            <a:noFill/>
          </a:ln>
        </p:spPr>
      </p:pic>
      <p:sp>
        <p:nvSpPr>
          <p:cNvPr id="179" name="Google Shape;179;p37"/>
          <p:cNvSpPr txBox="1"/>
          <p:nvPr/>
        </p:nvSpPr>
        <p:spPr>
          <a:xfrm>
            <a:off x="34971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DM Sans"/>
                <a:ea typeface="DM Sans"/>
                <a:cs typeface="DM Sans"/>
                <a:sym typeface="DM Sans"/>
              </a:rPr>
              <a:t>Copyright © 2025 Kyriba Corp. All rights reserved.</a:t>
            </a:r>
            <a:endParaRPr b="0" i="0" sz="600" u="none" cap="none" strike="noStrike">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DM Sans"/>
              <a:ea typeface="DM Sans"/>
              <a:cs typeface="DM Sans"/>
              <a:sym typeface="DM San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180" name="Shape 180"/>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02">
  <p:cSld name="SECTION_HEADER_1">
    <p:bg>
      <p:bgPr>
        <a:solidFill>
          <a:schemeClr val="dk2"/>
        </a:solidFill>
      </p:bgPr>
    </p:bg>
    <p:spTree>
      <p:nvGrpSpPr>
        <p:cNvPr id="181" name="Shape 181"/>
        <p:cNvGrpSpPr/>
        <p:nvPr/>
      </p:nvGrpSpPr>
      <p:grpSpPr>
        <a:xfrm>
          <a:off x="0" y="0"/>
          <a:ext cx="0" cy="0"/>
          <a:chOff x="0" y="0"/>
          <a:chExt cx="0" cy="0"/>
        </a:xfrm>
      </p:grpSpPr>
      <p:sp>
        <p:nvSpPr>
          <p:cNvPr id="182" name="Google Shape;182;p39"/>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sp>
        <p:nvSpPr>
          <p:cNvPr id="183" name="Google Shape;183;p39"/>
          <p:cNvSpPr txBox="1"/>
          <p:nvPr>
            <p:ph type="title"/>
          </p:nvPr>
        </p:nvSpPr>
        <p:spPr>
          <a:xfrm>
            <a:off x="228600" y="1751875"/>
            <a:ext cx="5257800" cy="1082400"/>
          </a:xfrm>
          <a:prstGeom prst="rect">
            <a:avLst/>
          </a:prstGeom>
          <a:noFill/>
          <a:ln>
            <a:noFill/>
          </a:ln>
        </p:spPr>
        <p:txBody>
          <a:bodyPr anchorCtr="0" anchor="t" bIns="91425" lIns="91425" spcFirstLastPara="1" rIns="91425" wrap="square" tIns="91425">
            <a:spAutoFit/>
          </a:bodyPr>
          <a:lstStyle>
            <a:lvl1pPr lvl="0" algn="l">
              <a:lnSpc>
                <a:spcPct val="85000"/>
              </a:lnSpc>
              <a:spcBef>
                <a:spcPts val="0"/>
              </a:spcBef>
              <a:spcAft>
                <a:spcPts val="0"/>
              </a:spcAft>
              <a:buClr>
                <a:schemeClr val="lt1"/>
              </a:buClr>
              <a:buSzPts val="3600"/>
              <a:buFont typeface="DM Mono"/>
              <a:buNone/>
              <a:defRPr sz="3600">
                <a:solidFill>
                  <a:schemeClr val="lt1"/>
                </a:solidFill>
                <a:latin typeface="DM Mono"/>
                <a:ea typeface="DM Mono"/>
                <a:cs typeface="DM Mono"/>
                <a:sym typeface="DM Mono"/>
              </a:defRPr>
            </a:lvl1pPr>
            <a:lvl2pPr lvl="1" algn="l">
              <a:lnSpc>
                <a:spcPct val="80000"/>
              </a:lnSpc>
              <a:spcBef>
                <a:spcPts val="0"/>
              </a:spcBef>
              <a:spcAft>
                <a:spcPts val="0"/>
              </a:spcAft>
              <a:buClr>
                <a:schemeClr val="lt1"/>
              </a:buClr>
              <a:buSzPts val="3600"/>
              <a:buNone/>
              <a:defRPr sz="3600">
                <a:solidFill>
                  <a:schemeClr val="lt1"/>
                </a:solidFill>
              </a:defRPr>
            </a:lvl2pPr>
            <a:lvl3pPr lvl="2" algn="l">
              <a:lnSpc>
                <a:spcPct val="80000"/>
              </a:lnSpc>
              <a:spcBef>
                <a:spcPts val="0"/>
              </a:spcBef>
              <a:spcAft>
                <a:spcPts val="0"/>
              </a:spcAft>
              <a:buClr>
                <a:schemeClr val="lt1"/>
              </a:buClr>
              <a:buSzPts val="3600"/>
              <a:buNone/>
              <a:defRPr sz="3600">
                <a:solidFill>
                  <a:schemeClr val="lt1"/>
                </a:solidFill>
              </a:defRPr>
            </a:lvl3pPr>
            <a:lvl4pPr lvl="3" algn="l">
              <a:lnSpc>
                <a:spcPct val="80000"/>
              </a:lnSpc>
              <a:spcBef>
                <a:spcPts val="0"/>
              </a:spcBef>
              <a:spcAft>
                <a:spcPts val="0"/>
              </a:spcAft>
              <a:buClr>
                <a:schemeClr val="lt1"/>
              </a:buClr>
              <a:buSzPts val="3600"/>
              <a:buNone/>
              <a:defRPr sz="3600">
                <a:solidFill>
                  <a:schemeClr val="lt1"/>
                </a:solidFill>
              </a:defRPr>
            </a:lvl4pPr>
            <a:lvl5pPr lvl="4" algn="l">
              <a:lnSpc>
                <a:spcPct val="80000"/>
              </a:lnSpc>
              <a:spcBef>
                <a:spcPts val="0"/>
              </a:spcBef>
              <a:spcAft>
                <a:spcPts val="0"/>
              </a:spcAft>
              <a:buClr>
                <a:schemeClr val="lt1"/>
              </a:buClr>
              <a:buSzPts val="3600"/>
              <a:buNone/>
              <a:defRPr sz="3600">
                <a:solidFill>
                  <a:schemeClr val="lt1"/>
                </a:solidFill>
              </a:defRPr>
            </a:lvl5pPr>
            <a:lvl6pPr lvl="5" algn="l">
              <a:lnSpc>
                <a:spcPct val="80000"/>
              </a:lnSpc>
              <a:spcBef>
                <a:spcPts val="0"/>
              </a:spcBef>
              <a:spcAft>
                <a:spcPts val="0"/>
              </a:spcAft>
              <a:buClr>
                <a:schemeClr val="lt1"/>
              </a:buClr>
              <a:buSzPts val="3600"/>
              <a:buNone/>
              <a:defRPr sz="3600">
                <a:solidFill>
                  <a:schemeClr val="lt1"/>
                </a:solidFill>
              </a:defRPr>
            </a:lvl6pPr>
            <a:lvl7pPr lvl="6" algn="l">
              <a:lnSpc>
                <a:spcPct val="80000"/>
              </a:lnSpc>
              <a:spcBef>
                <a:spcPts val="0"/>
              </a:spcBef>
              <a:spcAft>
                <a:spcPts val="0"/>
              </a:spcAft>
              <a:buClr>
                <a:schemeClr val="lt1"/>
              </a:buClr>
              <a:buSzPts val="3600"/>
              <a:buNone/>
              <a:defRPr sz="3600">
                <a:solidFill>
                  <a:schemeClr val="lt1"/>
                </a:solidFill>
              </a:defRPr>
            </a:lvl7pPr>
            <a:lvl8pPr lvl="7" algn="l">
              <a:lnSpc>
                <a:spcPct val="80000"/>
              </a:lnSpc>
              <a:spcBef>
                <a:spcPts val="0"/>
              </a:spcBef>
              <a:spcAft>
                <a:spcPts val="0"/>
              </a:spcAft>
              <a:buClr>
                <a:schemeClr val="lt1"/>
              </a:buClr>
              <a:buSzPts val="3600"/>
              <a:buNone/>
              <a:defRPr sz="3600">
                <a:solidFill>
                  <a:schemeClr val="lt1"/>
                </a:solidFill>
              </a:defRPr>
            </a:lvl8pPr>
            <a:lvl9pPr lvl="8" algn="l">
              <a:lnSpc>
                <a:spcPct val="80000"/>
              </a:lnSpc>
              <a:spcBef>
                <a:spcPts val="0"/>
              </a:spcBef>
              <a:spcAft>
                <a:spcPts val="0"/>
              </a:spcAft>
              <a:buClr>
                <a:schemeClr val="lt1"/>
              </a:buClr>
              <a:buSzPts val="3600"/>
              <a:buNone/>
              <a:defRPr sz="3600">
                <a:solidFill>
                  <a:schemeClr val="lt1"/>
                </a:solidFill>
              </a:defRPr>
            </a:lvl9pPr>
          </a:lstStyle>
          <a:p/>
        </p:txBody>
      </p:sp>
      <p:sp>
        <p:nvSpPr>
          <p:cNvPr id="184" name="Google Shape;184;p39"/>
          <p:cNvSpPr txBox="1"/>
          <p:nvPr>
            <p:ph idx="1" type="subTitle"/>
          </p:nvPr>
        </p:nvSpPr>
        <p:spPr>
          <a:xfrm>
            <a:off x="228600" y="2834125"/>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700"/>
              <a:buFont typeface="DM Sans"/>
              <a:buNone/>
              <a:defRPr sz="1700">
                <a:solidFill>
                  <a:schemeClr val="lt1"/>
                </a:solidFill>
                <a:latin typeface="DM Sans"/>
                <a:ea typeface="DM Sans"/>
                <a:cs typeface="DM Sans"/>
                <a:sym typeface="DM Sans"/>
              </a:defRPr>
            </a:lvl1pPr>
            <a:lvl2pPr lvl="1" algn="l">
              <a:lnSpc>
                <a:spcPct val="100000"/>
              </a:lnSpc>
              <a:spcBef>
                <a:spcPts val="0"/>
              </a:spcBef>
              <a:spcAft>
                <a:spcPts val="0"/>
              </a:spcAft>
              <a:buClr>
                <a:schemeClr val="lt1"/>
              </a:buClr>
              <a:buSzPts val="1700"/>
              <a:buNone/>
              <a:defRPr sz="1700">
                <a:solidFill>
                  <a:schemeClr val="lt1"/>
                </a:solidFill>
              </a:defRPr>
            </a:lvl2pPr>
            <a:lvl3pPr lvl="2" algn="l">
              <a:lnSpc>
                <a:spcPct val="100000"/>
              </a:lnSpc>
              <a:spcBef>
                <a:spcPts val="0"/>
              </a:spcBef>
              <a:spcAft>
                <a:spcPts val="0"/>
              </a:spcAft>
              <a:buClr>
                <a:schemeClr val="lt1"/>
              </a:buClr>
              <a:buSzPts val="1700"/>
              <a:buNone/>
              <a:defRPr sz="1700">
                <a:solidFill>
                  <a:schemeClr val="lt1"/>
                </a:solidFill>
              </a:defRPr>
            </a:lvl3pPr>
            <a:lvl4pPr lvl="3" algn="l">
              <a:lnSpc>
                <a:spcPct val="100000"/>
              </a:lnSpc>
              <a:spcBef>
                <a:spcPts val="0"/>
              </a:spcBef>
              <a:spcAft>
                <a:spcPts val="0"/>
              </a:spcAft>
              <a:buClr>
                <a:schemeClr val="lt1"/>
              </a:buClr>
              <a:buSzPts val="1700"/>
              <a:buNone/>
              <a:defRPr sz="1700">
                <a:solidFill>
                  <a:schemeClr val="lt1"/>
                </a:solidFill>
              </a:defRPr>
            </a:lvl4pPr>
            <a:lvl5pPr lvl="4" algn="l">
              <a:lnSpc>
                <a:spcPct val="100000"/>
              </a:lnSpc>
              <a:spcBef>
                <a:spcPts val="0"/>
              </a:spcBef>
              <a:spcAft>
                <a:spcPts val="0"/>
              </a:spcAft>
              <a:buClr>
                <a:schemeClr val="lt1"/>
              </a:buClr>
              <a:buSzPts val="1700"/>
              <a:buNone/>
              <a:defRPr sz="1700">
                <a:solidFill>
                  <a:schemeClr val="lt1"/>
                </a:solidFill>
              </a:defRPr>
            </a:lvl5pPr>
            <a:lvl6pPr lvl="5" algn="l">
              <a:lnSpc>
                <a:spcPct val="100000"/>
              </a:lnSpc>
              <a:spcBef>
                <a:spcPts val="0"/>
              </a:spcBef>
              <a:spcAft>
                <a:spcPts val="0"/>
              </a:spcAft>
              <a:buClr>
                <a:schemeClr val="lt1"/>
              </a:buClr>
              <a:buSzPts val="1700"/>
              <a:buNone/>
              <a:defRPr sz="1700">
                <a:solidFill>
                  <a:schemeClr val="lt1"/>
                </a:solidFill>
              </a:defRPr>
            </a:lvl6pPr>
            <a:lvl7pPr lvl="6" algn="l">
              <a:lnSpc>
                <a:spcPct val="100000"/>
              </a:lnSpc>
              <a:spcBef>
                <a:spcPts val="0"/>
              </a:spcBef>
              <a:spcAft>
                <a:spcPts val="0"/>
              </a:spcAft>
              <a:buClr>
                <a:schemeClr val="lt1"/>
              </a:buClr>
              <a:buSzPts val="1700"/>
              <a:buNone/>
              <a:defRPr sz="1700">
                <a:solidFill>
                  <a:schemeClr val="lt1"/>
                </a:solidFill>
              </a:defRPr>
            </a:lvl7pPr>
            <a:lvl8pPr lvl="7" algn="l">
              <a:lnSpc>
                <a:spcPct val="100000"/>
              </a:lnSpc>
              <a:spcBef>
                <a:spcPts val="0"/>
              </a:spcBef>
              <a:spcAft>
                <a:spcPts val="0"/>
              </a:spcAft>
              <a:buClr>
                <a:schemeClr val="lt1"/>
              </a:buClr>
              <a:buSzPts val="1700"/>
              <a:buNone/>
              <a:defRPr sz="1700">
                <a:solidFill>
                  <a:schemeClr val="lt1"/>
                </a:solidFill>
              </a:defRPr>
            </a:lvl8pPr>
            <a:lvl9pPr lvl="8" algn="l">
              <a:lnSpc>
                <a:spcPct val="100000"/>
              </a:lnSpc>
              <a:spcBef>
                <a:spcPts val="0"/>
              </a:spcBef>
              <a:spcAft>
                <a:spcPts val="0"/>
              </a:spcAft>
              <a:buClr>
                <a:schemeClr val="lt1"/>
              </a:buClr>
              <a:buSzPts val="1700"/>
              <a:buNone/>
              <a:defRPr sz="1700">
                <a:solidFill>
                  <a:schemeClr val="lt1"/>
                </a:solidFill>
              </a:defRPr>
            </a:lvl9pPr>
          </a:lstStyle>
          <a:p/>
        </p:txBody>
      </p:sp>
      <p:pic>
        <p:nvPicPr>
          <p:cNvPr id="185" name="Google Shape;185;p39"/>
          <p:cNvPicPr preferRelativeResize="0"/>
          <p:nvPr/>
        </p:nvPicPr>
        <p:blipFill rotWithShape="1">
          <a:blip r:embed="rId2">
            <a:alphaModFix/>
          </a:blip>
          <a:srcRect b="0" l="0" r="0" t="0"/>
          <a:stretch/>
        </p:blipFill>
        <p:spPr>
          <a:xfrm>
            <a:off x="228600" y="4741360"/>
            <a:ext cx="683399" cy="234058"/>
          </a:xfrm>
          <a:prstGeom prst="rect">
            <a:avLst/>
          </a:prstGeom>
          <a:noFill/>
          <a:ln>
            <a:noFill/>
          </a:ln>
        </p:spPr>
      </p:pic>
      <p:sp>
        <p:nvSpPr>
          <p:cNvPr id="186" name="Google Shape;186;p39"/>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DM Sans"/>
                <a:ea typeface="DM Sans"/>
                <a:cs typeface="DM Sans"/>
                <a:sym typeface="DM Sans"/>
              </a:rPr>
              <a:t>Copyright © 2025 Kyriba Corp. All rights reserved.</a:t>
            </a:r>
            <a:endParaRPr b="0" i="0" sz="600" u="none" cap="none" strike="noStrike">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DM Sans"/>
              <a:ea typeface="DM Sans"/>
              <a:cs typeface="DM Sans"/>
              <a:sym typeface="DM San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body 03" type="twoColTx">
  <p:cSld name="TITLE_AND_TWO_COLUMNS">
    <p:bg>
      <p:bgPr>
        <a:solidFill>
          <a:schemeClr val="lt1"/>
        </a:solidFill>
      </p:bgPr>
    </p:bg>
    <p:spTree>
      <p:nvGrpSpPr>
        <p:cNvPr id="187" name="Shape 187"/>
        <p:cNvGrpSpPr/>
        <p:nvPr/>
      </p:nvGrpSpPr>
      <p:grpSpPr>
        <a:xfrm>
          <a:off x="0" y="0"/>
          <a:ext cx="0" cy="0"/>
          <a:chOff x="0" y="0"/>
          <a:chExt cx="0" cy="0"/>
        </a:xfrm>
      </p:grpSpPr>
      <p:sp>
        <p:nvSpPr>
          <p:cNvPr id="188" name="Google Shape;188;p40"/>
          <p:cNvSpPr txBox="1"/>
          <p:nvPr>
            <p:ph type="title"/>
          </p:nvPr>
        </p:nvSpPr>
        <p:spPr>
          <a:xfrm>
            <a:off x="228600" y="342900"/>
            <a:ext cx="86868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189" name="Google Shape;189;p40"/>
          <p:cNvSpPr txBox="1"/>
          <p:nvPr>
            <p:ph idx="1" type="body"/>
          </p:nvPr>
        </p:nvSpPr>
        <p:spPr>
          <a:xfrm>
            <a:off x="228600" y="1152475"/>
            <a:ext cx="40830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Font typeface="DM Sans"/>
              <a:buChar char="●"/>
              <a:defRPr sz="1400">
                <a:latin typeface="DM Sans"/>
                <a:ea typeface="DM Sans"/>
                <a:cs typeface="DM Sans"/>
                <a:sym typeface="DM Sans"/>
              </a:defRPr>
            </a:lvl1pPr>
            <a:lvl2pPr indent="-304800" lvl="1" marL="914400" algn="l">
              <a:lnSpc>
                <a:spcPct val="115000"/>
              </a:lnSpc>
              <a:spcBef>
                <a:spcPts val="0"/>
              </a:spcBef>
              <a:spcAft>
                <a:spcPts val="0"/>
              </a:spcAft>
              <a:buSzPts val="1200"/>
              <a:buFont typeface="DM Sans"/>
              <a:buChar char="○"/>
              <a:defRPr sz="1200">
                <a:latin typeface="DM Sans"/>
                <a:ea typeface="DM Sans"/>
                <a:cs typeface="DM Sans"/>
                <a:sym typeface="DM Sans"/>
              </a:defRPr>
            </a:lvl2pPr>
            <a:lvl3pPr indent="-304800" lvl="2" marL="1371600" algn="l">
              <a:lnSpc>
                <a:spcPct val="115000"/>
              </a:lnSpc>
              <a:spcBef>
                <a:spcPts val="0"/>
              </a:spcBef>
              <a:spcAft>
                <a:spcPts val="0"/>
              </a:spcAft>
              <a:buSzPts val="1200"/>
              <a:buFont typeface="DM Sans"/>
              <a:buChar char="■"/>
              <a:defRPr sz="1200">
                <a:latin typeface="DM Sans"/>
                <a:ea typeface="DM Sans"/>
                <a:cs typeface="DM Sans"/>
                <a:sym typeface="DM Sans"/>
              </a:defRPr>
            </a:lvl3pPr>
            <a:lvl4pPr indent="-304800" lvl="3" marL="1828800" algn="l">
              <a:lnSpc>
                <a:spcPct val="115000"/>
              </a:lnSpc>
              <a:spcBef>
                <a:spcPts val="0"/>
              </a:spcBef>
              <a:spcAft>
                <a:spcPts val="0"/>
              </a:spcAft>
              <a:buSzPts val="1200"/>
              <a:buFont typeface="DM Sans"/>
              <a:buChar char="●"/>
              <a:defRPr sz="1200">
                <a:latin typeface="DM Sans"/>
                <a:ea typeface="DM Sans"/>
                <a:cs typeface="DM Sans"/>
                <a:sym typeface="DM Sans"/>
              </a:defRPr>
            </a:lvl4pPr>
            <a:lvl5pPr indent="-304800" lvl="4" marL="2286000" algn="l">
              <a:lnSpc>
                <a:spcPct val="115000"/>
              </a:lnSpc>
              <a:spcBef>
                <a:spcPts val="0"/>
              </a:spcBef>
              <a:spcAft>
                <a:spcPts val="0"/>
              </a:spcAft>
              <a:buSzPts val="1200"/>
              <a:buFont typeface="DM Sans"/>
              <a:buChar char="○"/>
              <a:defRPr sz="1200">
                <a:latin typeface="DM Sans"/>
                <a:ea typeface="DM Sans"/>
                <a:cs typeface="DM Sans"/>
                <a:sym typeface="DM Sans"/>
              </a:defRPr>
            </a:lvl5pPr>
            <a:lvl6pPr indent="-304800" lvl="5" marL="2743200" algn="l">
              <a:lnSpc>
                <a:spcPct val="115000"/>
              </a:lnSpc>
              <a:spcBef>
                <a:spcPts val="0"/>
              </a:spcBef>
              <a:spcAft>
                <a:spcPts val="0"/>
              </a:spcAft>
              <a:buSzPts val="1200"/>
              <a:buFont typeface="DM Sans"/>
              <a:buChar char="■"/>
              <a:defRPr sz="1200">
                <a:latin typeface="DM Sans"/>
                <a:ea typeface="DM Sans"/>
                <a:cs typeface="DM Sans"/>
                <a:sym typeface="DM Sans"/>
              </a:defRPr>
            </a:lvl6pPr>
            <a:lvl7pPr indent="-304800" lvl="6" marL="3200400" algn="l">
              <a:lnSpc>
                <a:spcPct val="115000"/>
              </a:lnSpc>
              <a:spcBef>
                <a:spcPts val="0"/>
              </a:spcBef>
              <a:spcAft>
                <a:spcPts val="0"/>
              </a:spcAft>
              <a:buSzPts val="1200"/>
              <a:buFont typeface="DM Sans"/>
              <a:buChar char="●"/>
              <a:defRPr sz="1200">
                <a:latin typeface="DM Sans"/>
                <a:ea typeface="DM Sans"/>
                <a:cs typeface="DM Sans"/>
                <a:sym typeface="DM Sans"/>
              </a:defRPr>
            </a:lvl7pPr>
            <a:lvl8pPr indent="-304800" lvl="7" marL="3657600" algn="l">
              <a:lnSpc>
                <a:spcPct val="115000"/>
              </a:lnSpc>
              <a:spcBef>
                <a:spcPts val="0"/>
              </a:spcBef>
              <a:spcAft>
                <a:spcPts val="0"/>
              </a:spcAft>
              <a:buSzPts val="1200"/>
              <a:buFont typeface="DM Sans"/>
              <a:buChar char="○"/>
              <a:defRPr sz="1200">
                <a:latin typeface="DM Sans"/>
                <a:ea typeface="DM Sans"/>
                <a:cs typeface="DM Sans"/>
                <a:sym typeface="DM Sans"/>
              </a:defRPr>
            </a:lvl8pPr>
            <a:lvl9pPr indent="-304800" lvl="8" marL="4114800" algn="l">
              <a:lnSpc>
                <a:spcPct val="115000"/>
              </a:lnSpc>
              <a:spcBef>
                <a:spcPts val="0"/>
              </a:spcBef>
              <a:spcAft>
                <a:spcPts val="0"/>
              </a:spcAft>
              <a:buSzPts val="1200"/>
              <a:buFont typeface="DM Sans"/>
              <a:buChar char="■"/>
              <a:defRPr sz="1200">
                <a:latin typeface="DM Sans"/>
                <a:ea typeface="DM Sans"/>
                <a:cs typeface="DM Sans"/>
                <a:sym typeface="DM Sans"/>
              </a:defRPr>
            </a:lvl9pPr>
          </a:lstStyle>
          <a:p/>
        </p:txBody>
      </p:sp>
      <p:sp>
        <p:nvSpPr>
          <p:cNvPr id="190" name="Google Shape;190;p40"/>
          <p:cNvSpPr txBox="1"/>
          <p:nvPr>
            <p:ph idx="2" type="body"/>
          </p:nvPr>
        </p:nvSpPr>
        <p:spPr>
          <a:xfrm>
            <a:off x="4832400" y="1152475"/>
            <a:ext cx="40830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Font typeface="DM Sans"/>
              <a:buChar char="●"/>
              <a:defRPr sz="1400">
                <a:latin typeface="DM Sans"/>
                <a:ea typeface="DM Sans"/>
                <a:cs typeface="DM Sans"/>
                <a:sym typeface="DM Sans"/>
              </a:defRPr>
            </a:lvl1pPr>
            <a:lvl2pPr indent="-304800" lvl="1" marL="914400" algn="l">
              <a:lnSpc>
                <a:spcPct val="115000"/>
              </a:lnSpc>
              <a:spcBef>
                <a:spcPts val="0"/>
              </a:spcBef>
              <a:spcAft>
                <a:spcPts val="0"/>
              </a:spcAft>
              <a:buSzPts val="1200"/>
              <a:buFont typeface="DM Sans"/>
              <a:buChar char="○"/>
              <a:defRPr sz="1200">
                <a:latin typeface="DM Sans"/>
                <a:ea typeface="DM Sans"/>
                <a:cs typeface="DM Sans"/>
                <a:sym typeface="DM Sans"/>
              </a:defRPr>
            </a:lvl2pPr>
            <a:lvl3pPr indent="-304800" lvl="2" marL="1371600" algn="l">
              <a:lnSpc>
                <a:spcPct val="115000"/>
              </a:lnSpc>
              <a:spcBef>
                <a:spcPts val="0"/>
              </a:spcBef>
              <a:spcAft>
                <a:spcPts val="0"/>
              </a:spcAft>
              <a:buSzPts val="1200"/>
              <a:buFont typeface="DM Sans"/>
              <a:buChar char="■"/>
              <a:defRPr sz="1200">
                <a:latin typeface="DM Sans"/>
                <a:ea typeface="DM Sans"/>
                <a:cs typeface="DM Sans"/>
                <a:sym typeface="DM Sans"/>
              </a:defRPr>
            </a:lvl3pPr>
            <a:lvl4pPr indent="-304800" lvl="3" marL="1828800" algn="l">
              <a:lnSpc>
                <a:spcPct val="115000"/>
              </a:lnSpc>
              <a:spcBef>
                <a:spcPts val="0"/>
              </a:spcBef>
              <a:spcAft>
                <a:spcPts val="0"/>
              </a:spcAft>
              <a:buSzPts val="1200"/>
              <a:buFont typeface="DM Sans"/>
              <a:buChar char="●"/>
              <a:defRPr sz="1200">
                <a:latin typeface="DM Sans"/>
                <a:ea typeface="DM Sans"/>
                <a:cs typeface="DM Sans"/>
                <a:sym typeface="DM Sans"/>
              </a:defRPr>
            </a:lvl4pPr>
            <a:lvl5pPr indent="-304800" lvl="4" marL="2286000" algn="l">
              <a:lnSpc>
                <a:spcPct val="115000"/>
              </a:lnSpc>
              <a:spcBef>
                <a:spcPts val="0"/>
              </a:spcBef>
              <a:spcAft>
                <a:spcPts val="0"/>
              </a:spcAft>
              <a:buSzPts val="1200"/>
              <a:buFont typeface="DM Sans"/>
              <a:buChar char="○"/>
              <a:defRPr sz="1200">
                <a:latin typeface="DM Sans"/>
                <a:ea typeface="DM Sans"/>
                <a:cs typeface="DM Sans"/>
                <a:sym typeface="DM Sans"/>
              </a:defRPr>
            </a:lvl5pPr>
            <a:lvl6pPr indent="-304800" lvl="5" marL="2743200" algn="l">
              <a:lnSpc>
                <a:spcPct val="115000"/>
              </a:lnSpc>
              <a:spcBef>
                <a:spcPts val="0"/>
              </a:spcBef>
              <a:spcAft>
                <a:spcPts val="0"/>
              </a:spcAft>
              <a:buSzPts val="1200"/>
              <a:buFont typeface="DM Sans"/>
              <a:buChar char="■"/>
              <a:defRPr sz="1200">
                <a:latin typeface="DM Sans"/>
                <a:ea typeface="DM Sans"/>
                <a:cs typeface="DM Sans"/>
                <a:sym typeface="DM Sans"/>
              </a:defRPr>
            </a:lvl6pPr>
            <a:lvl7pPr indent="-304800" lvl="6" marL="3200400" algn="l">
              <a:lnSpc>
                <a:spcPct val="115000"/>
              </a:lnSpc>
              <a:spcBef>
                <a:spcPts val="0"/>
              </a:spcBef>
              <a:spcAft>
                <a:spcPts val="0"/>
              </a:spcAft>
              <a:buSzPts val="1200"/>
              <a:buFont typeface="DM Sans"/>
              <a:buChar char="●"/>
              <a:defRPr sz="1200">
                <a:latin typeface="DM Sans"/>
                <a:ea typeface="DM Sans"/>
                <a:cs typeface="DM Sans"/>
                <a:sym typeface="DM Sans"/>
              </a:defRPr>
            </a:lvl7pPr>
            <a:lvl8pPr indent="-304800" lvl="7" marL="3657600" algn="l">
              <a:lnSpc>
                <a:spcPct val="115000"/>
              </a:lnSpc>
              <a:spcBef>
                <a:spcPts val="0"/>
              </a:spcBef>
              <a:spcAft>
                <a:spcPts val="0"/>
              </a:spcAft>
              <a:buSzPts val="1200"/>
              <a:buFont typeface="DM Sans"/>
              <a:buChar char="○"/>
              <a:defRPr sz="1200">
                <a:latin typeface="DM Sans"/>
                <a:ea typeface="DM Sans"/>
                <a:cs typeface="DM Sans"/>
                <a:sym typeface="DM Sans"/>
              </a:defRPr>
            </a:lvl8pPr>
            <a:lvl9pPr indent="-304800" lvl="8" marL="4114800" algn="l">
              <a:lnSpc>
                <a:spcPct val="115000"/>
              </a:lnSpc>
              <a:spcBef>
                <a:spcPts val="0"/>
              </a:spcBef>
              <a:spcAft>
                <a:spcPts val="0"/>
              </a:spcAft>
              <a:buSzPts val="1200"/>
              <a:buFont typeface="DM Sans"/>
              <a:buChar char="■"/>
              <a:defRPr sz="1200">
                <a:latin typeface="DM Sans"/>
                <a:ea typeface="DM Sans"/>
                <a:cs typeface="DM Sans"/>
                <a:sym typeface="DM Sans"/>
              </a:defRPr>
            </a:lvl9pPr>
          </a:lstStyle>
          <a:p/>
        </p:txBody>
      </p:sp>
      <p:sp>
        <p:nvSpPr>
          <p:cNvPr id="191" name="Google Shape;191;p40"/>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192" name="Google Shape;192;p40"/>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193" name="Google Shape;193;p40"/>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2025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01">
  <p:cSld name="MAIN_POINT">
    <p:bg>
      <p:bgPr>
        <a:solidFill>
          <a:schemeClr val="accent5"/>
        </a:solidFill>
      </p:bgPr>
    </p:bg>
    <p:spTree>
      <p:nvGrpSpPr>
        <p:cNvPr id="194" name="Shape 194"/>
        <p:cNvGrpSpPr/>
        <p:nvPr/>
      </p:nvGrpSpPr>
      <p:grpSpPr>
        <a:xfrm>
          <a:off x="0" y="0"/>
          <a:ext cx="0" cy="0"/>
          <a:chOff x="0" y="0"/>
          <a:chExt cx="0" cy="0"/>
        </a:xfrm>
      </p:grpSpPr>
      <p:sp>
        <p:nvSpPr>
          <p:cNvPr id="195" name="Google Shape;195;p41"/>
          <p:cNvSpPr txBox="1"/>
          <p:nvPr>
            <p:ph type="title"/>
          </p:nvPr>
        </p:nvSpPr>
        <p:spPr>
          <a:xfrm>
            <a:off x="228600" y="472800"/>
            <a:ext cx="6629400" cy="41979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4800"/>
              <a:buFont typeface="DM Mono"/>
              <a:buNone/>
              <a:defRPr sz="4800">
                <a:latin typeface="DM Mono"/>
                <a:ea typeface="DM Mono"/>
                <a:cs typeface="DM Mono"/>
                <a:sym typeface="DM Mono"/>
              </a:defRPr>
            </a:lvl1pPr>
            <a:lvl2pPr lvl="1"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2pPr>
            <a:lvl3pPr lvl="2"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3pPr>
            <a:lvl4pPr lvl="3"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4pPr>
            <a:lvl5pPr lvl="4"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5pPr>
            <a:lvl6pPr lvl="5"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6pPr>
            <a:lvl7pPr lvl="6"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7pPr>
            <a:lvl8pPr lvl="7"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8pPr>
            <a:lvl9pPr lvl="8"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9pPr>
          </a:lstStyle>
          <a:p/>
        </p:txBody>
      </p:sp>
      <p:sp>
        <p:nvSpPr>
          <p:cNvPr id="196" name="Google Shape;196;p41"/>
          <p:cNvSpPr/>
          <p:nvPr/>
        </p:nvSpPr>
        <p:spPr>
          <a:xfrm>
            <a:off x="0" y="0"/>
            <a:ext cx="9144000" cy="115200"/>
          </a:xfrm>
          <a:prstGeom prst="rect">
            <a:avLst/>
          </a:prstGeom>
          <a:solidFill>
            <a:srgbClr val="E6FF01"/>
          </a:solidFill>
          <a:ln cap="flat" cmpd="sng" w="9525">
            <a:solidFill>
              <a:srgbClr val="ECED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02">
  <p:cSld name="MAIN_POINT_2">
    <p:bg>
      <p:bgPr>
        <a:solidFill>
          <a:schemeClr val="lt2"/>
        </a:solidFill>
      </p:bgPr>
    </p:bg>
    <p:spTree>
      <p:nvGrpSpPr>
        <p:cNvPr id="197" name="Shape 197"/>
        <p:cNvGrpSpPr/>
        <p:nvPr/>
      </p:nvGrpSpPr>
      <p:grpSpPr>
        <a:xfrm>
          <a:off x="0" y="0"/>
          <a:ext cx="0" cy="0"/>
          <a:chOff x="0" y="0"/>
          <a:chExt cx="0" cy="0"/>
        </a:xfrm>
      </p:grpSpPr>
      <p:sp>
        <p:nvSpPr>
          <p:cNvPr id="198" name="Google Shape;198;p42"/>
          <p:cNvSpPr txBox="1"/>
          <p:nvPr>
            <p:ph type="title"/>
          </p:nvPr>
        </p:nvSpPr>
        <p:spPr>
          <a:xfrm>
            <a:off x="228600" y="472800"/>
            <a:ext cx="6629400" cy="41979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4800"/>
              <a:buFont typeface="DM Mono"/>
              <a:buNone/>
              <a:defRPr sz="4800">
                <a:latin typeface="DM Mono"/>
                <a:ea typeface="DM Mono"/>
                <a:cs typeface="DM Mono"/>
                <a:sym typeface="DM Mono"/>
              </a:defRPr>
            </a:lvl1pPr>
            <a:lvl2pPr lvl="1"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2pPr>
            <a:lvl3pPr lvl="2"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3pPr>
            <a:lvl4pPr lvl="3"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4pPr>
            <a:lvl5pPr lvl="4"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5pPr>
            <a:lvl6pPr lvl="5"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6pPr>
            <a:lvl7pPr lvl="6"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7pPr>
            <a:lvl8pPr lvl="7"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8pPr>
            <a:lvl9pPr lvl="8"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9pPr>
          </a:lstStyle>
          <a:p/>
        </p:txBody>
      </p:sp>
      <p:sp>
        <p:nvSpPr>
          <p:cNvPr id="199" name="Google Shape;199;p42"/>
          <p:cNvSpPr/>
          <p:nvPr/>
        </p:nvSpPr>
        <p:spPr>
          <a:xfrm>
            <a:off x="0" y="0"/>
            <a:ext cx="9144000" cy="115200"/>
          </a:xfrm>
          <a:prstGeom prst="rect">
            <a:avLst/>
          </a:prstGeom>
          <a:solidFill>
            <a:srgbClr val="247094"/>
          </a:solidFill>
          <a:ln cap="flat" cmpd="sng" w="9525">
            <a:solidFill>
              <a:srgbClr val="ECED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03">
  <p:cSld name="MAIN_POINT_2_1">
    <p:bg>
      <p:bgPr>
        <a:solidFill>
          <a:schemeClr val="dk2"/>
        </a:solidFill>
      </p:bgPr>
    </p:bg>
    <p:spTree>
      <p:nvGrpSpPr>
        <p:cNvPr id="200" name="Shape 200"/>
        <p:cNvGrpSpPr/>
        <p:nvPr/>
      </p:nvGrpSpPr>
      <p:grpSpPr>
        <a:xfrm>
          <a:off x="0" y="0"/>
          <a:ext cx="0" cy="0"/>
          <a:chOff x="0" y="0"/>
          <a:chExt cx="0" cy="0"/>
        </a:xfrm>
      </p:grpSpPr>
      <p:sp>
        <p:nvSpPr>
          <p:cNvPr id="201" name="Google Shape;201;p43"/>
          <p:cNvSpPr txBox="1"/>
          <p:nvPr>
            <p:ph type="title"/>
          </p:nvPr>
        </p:nvSpPr>
        <p:spPr>
          <a:xfrm>
            <a:off x="228600" y="472800"/>
            <a:ext cx="6629400" cy="41979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Clr>
                <a:schemeClr val="lt1"/>
              </a:buClr>
              <a:buSzPts val="4800"/>
              <a:buFont typeface="DM Mono"/>
              <a:buNone/>
              <a:defRPr sz="4800">
                <a:solidFill>
                  <a:schemeClr val="lt1"/>
                </a:solidFill>
                <a:latin typeface="DM Mono"/>
                <a:ea typeface="DM Mono"/>
                <a:cs typeface="DM Mono"/>
                <a:sym typeface="DM Mono"/>
              </a:defRPr>
            </a:lvl1pPr>
            <a:lvl2pPr lvl="1"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2pPr>
            <a:lvl3pPr lvl="2"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3pPr>
            <a:lvl4pPr lvl="3"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4pPr>
            <a:lvl5pPr lvl="4"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5pPr>
            <a:lvl6pPr lvl="5"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6pPr>
            <a:lvl7pPr lvl="6"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7pPr>
            <a:lvl8pPr lvl="7"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8pPr>
            <a:lvl9pPr lvl="8" algn="l">
              <a:lnSpc>
                <a:spcPct val="80000"/>
              </a:lnSpc>
              <a:spcBef>
                <a:spcPts val="0"/>
              </a:spcBef>
              <a:spcAft>
                <a:spcPts val="0"/>
              </a:spcAft>
              <a:buSzPts val="4800"/>
              <a:buFont typeface="Syne SemiBold"/>
              <a:buNone/>
              <a:defRPr sz="4800">
                <a:latin typeface="Syne SemiBold"/>
                <a:ea typeface="Syne SemiBold"/>
                <a:cs typeface="Syne SemiBold"/>
                <a:sym typeface="Syne SemiBold"/>
              </a:defRPr>
            </a:lvl9pPr>
          </a:lstStyle>
          <a:p/>
        </p:txBody>
      </p:sp>
      <p:sp>
        <p:nvSpPr>
          <p:cNvPr id="202" name="Google Shape;202;p43"/>
          <p:cNvSpPr/>
          <p:nvPr/>
        </p:nvSpPr>
        <p:spPr>
          <a:xfrm>
            <a:off x="0" y="0"/>
            <a:ext cx="9144000" cy="1152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lt1"/>
        </a:solidFill>
      </p:bgPr>
    </p:bg>
    <p:spTree>
      <p:nvGrpSpPr>
        <p:cNvPr id="203" name="Shape 203"/>
        <p:cNvGrpSpPr/>
        <p:nvPr/>
      </p:nvGrpSpPr>
      <p:grpSpPr>
        <a:xfrm>
          <a:off x="0" y="0"/>
          <a:ext cx="0" cy="0"/>
          <a:chOff x="0" y="0"/>
          <a:chExt cx="0" cy="0"/>
        </a:xfrm>
      </p:grpSpPr>
      <p:sp>
        <p:nvSpPr>
          <p:cNvPr id="204" name="Google Shape;204;p44"/>
          <p:cNvSpPr txBox="1"/>
          <p:nvPr>
            <p:ph idx="1" type="body"/>
          </p:nvPr>
        </p:nvSpPr>
        <p:spPr>
          <a:xfrm>
            <a:off x="228600" y="1389600"/>
            <a:ext cx="3861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Font typeface="DM Sans"/>
              <a:buChar char="●"/>
              <a:defRPr sz="1200">
                <a:latin typeface="DM Sans"/>
                <a:ea typeface="DM Sans"/>
                <a:cs typeface="DM Sans"/>
                <a:sym typeface="DM Sans"/>
              </a:defRPr>
            </a:lvl1pPr>
            <a:lvl2pPr indent="-304800" lvl="1" marL="914400" algn="l">
              <a:lnSpc>
                <a:spcPct val="115000"/>
              </a:lnSpc>
              <a:spcBef>
                <a:spcPts val="0"/>
              </a:spcBef>
              <a:spcAft>
                <a:spcPts val="0"/>
              </a:spcAft>
              <a:buSzPts val="1200"/>
              <a:buFont typeface="DM Sans"/>
              <a:buChar char="○"/>
              <a:defRPr sz="1200">
                <a:latin typeface="DM Sans"/>
                <a:ea typeface="DM Sans"/>
                <a:cs typeface="DM Sans"/>
                <a:sym typeface="DM Sans"/>
              </a:defRPr>
            </a:lvl2pPr>
            <a:lvl3pPr indent="-304800" lvl="2" marL="1371600" algn="l">
              <a:lnSpc>
                <a:spcPct val="115000"/>
              </a:lnSpc>
              <a:spcBef>
                <a:spcPts val="0"/>
              </a:spcBef>
              <a:spcAft>
                <a:spcPts val="0"/>
              </a:spcAft>
              <a:buSzPts val="1200"/>
              <a:buFont typeface="DM Sans"/>
              <a:buChar char="■"/>
              <a:defRPr sz="1200">
                <a:latin typeface="DM Sans"/>
                <a:ea typeface="DM Sans"/>
                <a:cs typeface="DM Sans"/>
                <a:sym typeface="DM Sans"/>
              </a:defRPr>
            </a:lvl3pPr>
            <a:lvl4pPr indent="-304800" lvl="3" marL="1828800" algn="l">
              <a:lnSpc>
                <a:spcPct val="115000"/>
              </a:lnSpc>
              <a:spcBef>
                <a:spcPts val="0"/>
              </a:spcBef>
              <a:spcAft>
                <a:spcPts val="0"/>
              </a:spcAft>
              <a:buSzPts val="1200"/>
              <a:buFont typeface="DM Sans"/>
              <a:buChar char="●"/>
              <a:defRPr sz="1200">
                <a:latin typeface="DM Sans"/>
                <a:ea typeface="DM Sans"/>
                <a:cs typeface="DM Sans"/>
                <a:sym typeface="DM Sans"/>
              </a:defRPr>
            </a:lvl4pPr>
            <a:lvl5pPr indent="-304800" lvl="4" marL="2286000" algn="l">
              <a:lnSpc>
                <a:spcPct val="115000"/>
              </a:lnSpc>
              <a:spcBef>
                <a:spcPts val="0"/>
              </a:spcBef>
              <a:spcAft>
                <a:spcPts val="0"/>
              </a:spcAft>
              <a:buSzPts val="1200"/>
              <a:buFont typeface="DM Sans"/>
              <a:buChar char="○"/>
              <a:defRPr sz="1200">
                <a:latin typeface="DM Sans"/>
                <a:ea typeface="DM Sans"/>
                <a:cs typeface="DM Sans"/>
                <a:sym typeface="DM Sans"/>
              </a:defRPr>
            </a:lvl5pPr>
            <a:lvl6pPr indent="-304800" lvl="5" marL="2743200" algn="l">
              <a:lnSpc>
                <a:spcPct val="115000"/>
              </a:lnSpc>
              <a:spcBef>
                <a:spcPts val="0"/>
              </a:spcBef>
              <a:spcAft>
                <a:spcPts val="0"/>
              </a:spcAft>
              <a:buSzPts val="1200"/>
              <a:buFont typeface="DM Sans"/>
              <a:buChar char="■"/>
              <a:defRPr sz="1200">
                <a:latin typeface="DM Sans"/>
                <a:ea typeface="DM Sans"/>
                <a:cs typeface="DM Sans"/>
                <a:sym typeface="DM Sans"/>
              </a:defRPr>
            </a:lvl6pPr>
            <a:lvl7pPr indent="-304800" lvl="6" marL="3200400" algn="l">
              <a:lnSpc>
                <a:spcPct val="115000"/>
              </a:lnSpc>
              <a:spcBef>
                <a:spcPts val="0"/>
              </a:spcBef>
              <a:spcAft>
                <a:spcPts val="0"/>
              </a:spcAft>
              <a:buSzPts val="1200"/>
              <a:buFont typeface="DM Sans"/>
              <a:buChar char="●"/>
              <a:defRPr sz="1200">
                <a:latin typeface="DM Sans"/>
                <a:ea typeface="DM Sans"/>
                <a:cs typeface="DM Sans"/>
                <a:sym typeface="DM Sans"/>
              </a:defRPr>
            </a:lvl7pPr>
            <a:lvl8pPr indent="-304800" lvl="7" marL="3657600" algn="l">
              <a:lnSpc>
                <a:spcPct val="115000"/>
              </a:lnSpc>
              <a:spcBef>
                <a:spcPts val="0"/>
              </a:spcBef>
              <a:spcAft>
                <a:spcPts val="0"/>
              </a:spcAft>
              <a:buSzPts val="1200"/>
              <a:buFont typeface="DM Sans"/>
              <a:buChar char="○"/>
              <a:defRPr sz="1200">
                <a:latin typeface="DM Sans"/>
                <a:ea typeface="DM Sans"/>
                <a:cs typeface="DM Sans"/>
                <a:sym typeface="DM Sans"/>
              </a:defRPr>
            </a:lvl8pPr>
            <a:lvl9pPr indent="-304800" lvl="8" marL="4114800" algn="l">
              <a:lnSpc>
                <a:spcPct val="115000"/>
              </a:lnSpc>
              <a:spcBef>
                <a:spcPts val="0"/>
              </a:spcBef>
              <a:spcAft>
                <a:spcPts val="0"/>
              </a:spcAft>
              <a:buSzPts val="1200"/>
              <a:buFont typeface="DM Sans"/>
              <a:buChar char="■"/>
              <a:defRPr sz="1200">
                <a:latin typeface="DM Sans"/>
                <a:ea typeface="DM Sans"/>
                <a:cs typeface="DM Sans"/>
                <a:sym typeface="DM Sans"/>
              </a:defRPr>
            </a:lvl9pPr>
          </a:lstStyle>
          <a:p/>
        </p:txBody>
      </p:sp>
      <p:sp>
        <p:nvSpPr>
          <p:cNvPr id="205" name="Google Shape;205;p44"/>
          <p:cNvSpPr txBox="1"/>
          <p:nvPr>
            <p:ph type="title"/>
          </p:nvPr>
        </p:nvSpPr>
        <p:spPr>
          <a:xfrm>
            <a:off x="228600" y="342900"/>
            <a:ext cx="50982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206" name="Google Shape;206;p44"/>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207" name="Google Shape;207;p44"/>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208" name="Google Shape;208;p44"/>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2024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209" name="Shape 209"/>
        <p:cNvGrpSpPr/>
        <p:nvPr/>
      </p:nvGrpSpPr>
      <p:grpSpPr>
        <a:xfrm>
          <a:off x="0" y="0"/>
          <a:ext cx="0" cy="0"/>
          <a:chOff x="0" y="0"/>
          <a:chExt cx="0" cy="0"/>
        </a:xfrm>
      </p:grpSpPr>
      <p:sp>
        <p:nvSpPr>
          <p:cNvPr id="210" name="Google Shape;210;p45"/>
          <p:cNvSpPr txBox="1"/>
          <p:nvPr>
            <p:ph type="title"/>
          </p:nvPr>
        </p:nvSpPr>
        <p:spPr>
          <a:xfrm>
            <a:off x="228600" y="342900"/>
            <a:ext cx="52578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211" name="Google Shape;211;p45"/>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212" name="Google Shape;212;p45"/>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
        <p:nvSpPr>
          <p:cNvPr id="213" name="Google Shape;213;p45"/>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0C0C0C"/>
                </a:solidFill>
                <a:latin typeface="DM Sans"/>
                <a:ea typeface="DM Sans"/>
                <a:cs typeface="DM Sans"/>
                <a:sym typeface="DM Sans"/>
              </a:rPr>
              <a:t>Copyright </a:t>
            </a:r>
            <a:r>
              <a:rPr b="0" i="0" lang="en" sz="600" u="none" cap="none" strike="noStrike">
                <a:solidFill>
                  <a:srgbClr val="000000"/>
                </a:solidFill>
                <a:latin typeface="DM Sans"/>
                <a:ea typeface="DM Sans"/>
                <a:cs typeface="DM Sans"/>
                <a:sym typeface="DM Sans"/>
              </a:rPr>
              <a:t>© 2024 Kyriba Corp. All rights reserved.</a:t>
            </a:r>
            <a:endParaRPr b="0" i="0" sz="600" u="none" cap="none" strike="noStrike">
              <a:solidFill>
                <a:srgbClr val="0C0C0C"/>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 Dark Background">
  <p:cSld name="CAPTION_ONLY_1">
    <p:bg>
      <p:bgPr>
        <a:solidFill>
          <a:schemeClr val="dk1"/>
        </a:solidFill>
      </p:bgPr>
    </p:bg>
    <p:spTree>
      <p:nvGrpSpPr>
        <p:cNvPr id="214" name="Shape 214"/>
        <p:cNvGrpSpPr/>
        <p:nvPr/>
      </p:nvGrpSpPr>
      <p:grpSpPr>
        <a:xfrm>
          <a:off x="0" y="0"/>
          <a:ext cx="0" cy="0"/>
          <a:chOff x="0" y="0"/>
          <a:chExt cx="0" cy="0"/>
        </a:xfrm>
      </p:grpSpPr>
      <p:sp>
        <p:nvSpPr>
          <p:cNvPr id="215" name="Google Shape;215;p46"/>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pic>
        <p:nvPicPr>
          <p:cNvPr id="216" name="Google Shape;216;p46"/>
          <p:cNvPicPr preferRelativeResize="0"/>
          <p:nvPr/>
        </p:nvPicPr>
        <p:blipFill rotWithShape="1">
          <a:blip r:embed="rId2">
            <a:alphaModFix/>
          </a:blip>
          <a:srcRect b="0" l="0" r="0" t="0"/>
          <a:stretch/>
        </p:blipFill>
        <p:spPr>
          <a:xfrm>
            <a:off x="228600" y="4741100"/>
            <a:ext cx="683274" cy="234575"/>
          </a:xfrm>
          <a:prstGeom prst="rect">
            <a:avLst/>
          </a:prstGeom>
          <a:noFill/>
          <a:ln>
            <a:noFill/>
          </a:ln>
        </p:spPr>
      </p:pic>
      <p:sp>
        <p:nvSpPr>
          <p:cNvPr id="217" name="Google Shape;217;p46"/>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DM Sans"/>
                <a:ea typeface="DM Sans"/>
                <a:cs typeface="DM Sans"/>
                <a:sym typeface="DM Sans"/>
              </a:rPr>
              <a:t>Copyright © 2024 Kyriba Corp. All rights reserved.</a:t>
            </a:r>
            <a:endParaRPr b="0" i="0" sz="600" u="none" cap="none" strike="noStrike">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DM Sans"/>
              <a:ea typeface="DM Sans"/>
              <a:cs typeface="DM Sans"/>
              <a:sym typeface="DM San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01">
  <p:cSld name="SECTION_TITLE_AND_DESCRIPTION">
    <p:bg>
      <p:bgPr>
        <a:solidFill>
          <a:schemeClr val="lt1"/>
        </a:solidFill>
      </p:bgPr>
    </p:bg>
    <p:spTree>
      <p:nvGrpSpPr>
        <p:cNvPr id="218" name="Shape 218"/>
        <p:cNvGrpSpPr/>
        <p:nvPr/>
      </p:nvGrpSpPr>
      <p:grpSpPr>
        <a:xfrm>
          <a:off x="0" y="0"/>
          <a:ext cx="0" cy="0"/>
          <a:chOff x="0" y="0"/>
          <a:chExt cx="0" cy="0"/>
        </a:xfrm>
      </p:grpSpPr>
      <p:sp>
        <p:nvSpPr>
          <p:cNvPr id="219" name="Google Shape;219;p47"/>
          <p:cNvSpPr txBox="1"/>
          <p:nvPr>
            <p:ph type="title"/>
          </p:nvPr>
        </p:nvSpPr>
        <p:spPr>
          <a:xfrm>
            <a:off x="228600" y="342900"/>
            <a:ext cx="30363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220" name="Google Shape;220;p47"/>
          <p:cNvSpPr txBox="1"/>
          <p:nvPr>
            <p:ph idx="1" type="body"/>
          </p:nvPr>
        </p:nvSpPr>
        <p:spPr>
          <a:xfrm>
            <a:off x="228600" y="1152475"/>
            <a:ext cx="39966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221" name="Google Shape;221;p47"/>
          <p:cNvSpPr/>
          <p:nvPr/>
        </p:nvSpPr>
        <p:spPr>
          <a:xfrm>
            <a:off x="4742550" y="170400"/>
            <a:ext cx="4230900" cy="4802700"/>
          </a:xfrm>
          <a:prstGeom prst="roundRect">
            <a:avLst>
              <a:gd fmla="val 3395"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4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Font typeface="DM Sans"/>
              <a:buChar char="●"/>
              <a:defRPr sz="1000">
                <a:latin typeface="DM Sans"/>
                <a:ea typeface="DM Sans"/>
                <a:cs typeface="DM Sans"/>
                <a:sym typeface="DM Sans"/>
              </a:defRPr>
            </a:lvl1pPr>
            <a:lvl2pPr indent="-266700" lvl="1" marL="914400" algn="l">
              <a:lnSpc>
                <a:spcPct val="115000"/>
              </a:lnSpc>
              <a:spcBef>
                <a:spcPts val="0"/>
              </a:spcBef>
              <a:spcAft>
                <a:spcPts val="0"/>
              </a:spcAft>
              <a:buSzPts val="600"/>
              <a:buFont typeface="DM Sans"/>
              <a:buChar char="○"/>
              <a:defRPr sz="600">
                <a:latin typeface="DM Sans"/>
                <a:ea typeface="DM Sans"/>
                <a:cs typeface="DM Sans"/>
                <a:sym typeface="DM Sans"/>
              </a:defRPr>
            </a:lvl2pPr>
            <a:lvl3pPr indent="-266700" lvl="2" marL="1371600" algn="l">
              <a:lnSpc>
                <a:spcPct val="115000"/>
              </a:lnSpc>
              <a:spcBef>
                <a:spcPts val="0"/>
              </a:spcBef>
              <a:spcAft>
                <a:spcPts val="0"/>
              </a:spcAft>
              <a:buSzPts val="600"/>
              <a:buFont typeface="DM Sans"/>
              <a:buChar char="■"/>
              <a:defRPr sz="600">
                <a:latin typeface="DM Sans"/>
                <a:ea typeface="DM Sans"/>
                <a:cs typeface="DM Sans"/>
                <a:sym typeface="DM Sans"/>
              </a:defRPr>
            </a:lvl3pPr>
            <a:lvl4pPr indent="-266700" lvl="3" marL="1828800" algn="l">
              <a:lnSpc>
                <a:spcPct val="115000"/>
              </a:lnSpc>
              <a:spcBef>
                <a:spcPts val="0"/>
              </a:spcBef>
              <a:spcAft>
                <a:spcPts val="0"/>
              </a:spcAft>
              <a:buSzPts val="600"/>
              <a:buFont typeface="DM Sans"/>
              <a:buChar char="●"/>
              <a:defRPr sz="600">
                <a:latin typeface="DM Sans"/>
                <a:ea typeface="DM Sans"/>
                <a:cs typeface="DM Sans"/>
                <a:sym typeface="DM Sans"/>
              </a:defRPr>
            </a:lvl4pPr>
            <a:lvl5pPr indent="-266700" lvl="4" marL="2286000" algn="l">
              <a:lnSpc>
                <a:spcPct val="115000"/>
              </a:lnSpc>
              <a:spcBef>
                <a:spcPts val="0"/>
              </a:spcBef>
              <a:spcAft>
                <a:spcPts val="0"/>
              </a:spcAft>
              <a:buSzPts val="600"/>
              <a:buFont typeface="DM Sans"/>
              <a:buChar char="○"/>
              <a:defRPr sz="600">
                <a:latin typeface="DM Sans"/>
                <a:ea typeface="DM Sans"/>
                <a:cs typeface="DM Sans"/>
                <a:sym typeface="DM Sans"/>
              </a:defRPr>
            </a:lvl5pPr>
            <a:lvl6pPr indent="-266700" lvl="5" marL="2743200" algn="l">
              <a:lnSpc>
                <a:spcPct val="115000"/>
              </a:lnSpc>
              <a:spcBef>
                <a:spcPts val="0"/>
              </a:spcBef>
              <a:spcAft>
                <a:spcPts val="0"/>
              </a:spcAft>
              <a:buSzPts val="600"/>
              <a:buFont typeface="DM Sans"/>
              <a:buChar char="■"/>
              <a:defRPr sz="600">
                <a:latin typeface="DM Sans"/>
                <a:ea typeface="DM Sans"/>
                <a:cs typeface="DM Sans"/>
                <a:sym typeface="DM Sans"/>
              </a:defRPr>
            </a:lvl6pPr>
            <a:lvl7pPr indent="-266700" lvl="6" marL="3200400" algn="l">
              <a:lnSpc>
                <a:spcPct val="115000"/>
              </a:lnSpc>
              <a:spcBef>
                <a:spcPts val="0"/>
              </a:spcBef>
              <a:spcAft>
                <a:spcPts val="0"/>
              </a:spcAft>
              <a:buSzPts val="600"/>
              <a:buFont typeface="DM Sans"/>
              <a:buChar char="●"/>
              <a:defRPr sz="600">
                <a:latin typeface="DM Sans"/>
                <a:ea typeface="DM Sans"/>
                <a:cs typeface="DM Sans"/>
                <a:sym typeface="DM Sans"/>
              </a:defRPr>
            </a:lvl7pPr>
            <a:lvl8pPr indent="-266700" lvl="7" marL="3657600" algn="l">
              <a:lnSpc>
                <a:spcPct val="115000"/>
              </a:lnSpc>
              <a:spcBef>
                <a:spcPts val="0"/>
              </a:spcBef>
              <a:spcAft>
                <a:spcPts val="0"/>
              </a:spcAft>
              <a:buSzPts val="600"/>
              <a:buFont typeface="DM Sans"/>
              <a:buChar char="○"/>
              <a:defRPr sz="600">
                <a:latin typeface="DM Sans"/>
                <a:ea typeface="DM Sans"/>
                <a:cs typeface="DM Sans"/>
                <a:sym typeface="DM Sans"/>
              </a:defRPr>
            </a:lvl8pPr>
            <a:lvl9pPr indent="-266700" lvl="8" marL="4114800" algn="l">
              <a:lnSpc>
                <a:spcPct val="115000"/>
              </a:lnSpc>
              <a:spcBef>
                <a:spcPts val="0"/>
              </a:spcBef>
              <a:spcAft>
                <a:spcPts val="0"/>
              </a:spcAft>
              <a:buSzPts val="600"/>
              <a:buFont typeface="DM Sans"/>
              <a:buChar char="■"/>
              <a:defRPr sz="600">
                <a:latin typeface="DM Sans"/>
                <a:ea typeface="DM Sans"/>
                <a:cs typeface="DM Sans"/>
                <a:sym typeface="DM Sans"/>
              </a:defRPr>
            </a:lvl9pPr>
          </a:lstStyle>
          <a:p/>
        </p:txBody>
      </p:sp>
      <p:pic>
        <p:nvPicPr>
          <p:cNvPr id="223" name="Google Shape;223;p47"/>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Page Number">
  <p:cSld name="CAPTION_ONLY_3">
    <p:bg>
      <p:bgPr>
        <a:solidFill>
          <a:schemeClr val="lt1"/>
        </a:solidFill>
      </p:bgPr>
    </p:bg>
    <p:spTree>
      <p:nvGrpSpPr>
        <p:cNvPr id="224" name="Shape 224"/>
        <p:cNvGrpSpPr/>
        <p:nvPr/>
      </p:nvGrpSpPr>
      <p:grpSpPr>
        <a:xfrm>
          <a:off x="0" y="0"/>
          <a:ext cx="0" cy="0"/>
          <a:chOff x="0" y="0"/>
          <a:chExt cx="0" cy="0"/>
        </a:xfrm>
      </p:grpSpPr>
      <p:sp>
        <p:nvSpPr>
          <p:cNvPr id="225" name="Google Shape;225;p48"/>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CAPTION_ONLY_1_1">
    <p:bg>
      <p:bgPr>
        <a:solidFill>
          <a:schemeClr val="dk1"/>
        </a:solidFill>
      </p:bgPr>
    </p:bg>
    <p:spTree>
      <p:nvGrpSpPr>
        <p:cNvPr id="226" name="Shape 226"/>
        <p:cNvGrpSpPr/>
        <p:nvPr/>
      </p:nvGrpSpPr>
      <p:grpSpPr>
        <a:xfrm>
          <a:off x="0" y="0"/>
          <a:ext cx="0" cy="0"/>
          <a:chOff x="0" y="0"/>
          <a:chExt cx="0" cy="0"/>
        </a:xfrm>
      </p:grpSpPr>
      <p:sp>
        <p:nvSpPr>
          <p:cNvPr id="227" name="Google Shape;227;p49"/>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lt1"/>
                </a:solidFill>
                <a:latin typeface="DM Sans"/>
                <a:ea typeface="DM Sans"/>
                <a:cs typeface="DM Sans"/>
                <a:sym typeface="DM Sans"/>
              </a:rPr>
              <a:t>‹#›</a:t>
            </a:fld>
            <a:r>
              <a:rPr b="0" i="0" lang="en" sz="600" u="none" cap="none" strike="noStrike">
                <a:solidFill>
                  <a:schemeClr val="lt1"/>
                </a:solidFill>
                <a:latin typeface="DM Sans"/>
                <a:ea typeface="DM Sans"/>
                <a:cs typeface="DM Sans"/>
                <a:sym typeface="DM Sans"/>
              </a:rPr>
              <a:t> </a:t>
            </a:r>
            <a:endParaRPr b="0" i="0" sz="600" u="none" cap="none" strike="noStrike">
              <a:solidFill>
                <a:schemeClr val="lt1"/>
              </a:solidFill>
              <a:latin typeface="DM Sans"/>
              <a:ea typeface="DM Sans"/>
              <a:cs typeface="DM Sans"/>
              <a:sym typeface="DM Sans"/>
            </a:endParaRPr>
          </a:p>
        </p:txBody>
      </p:sp>
      <p:pic>
        <p:nvPicPr>
          <p:cNvPr id="228" name="Google Shape;228;p49"/>
          <p:cNvPicPr preferRelativeResize="0"/>
          <p:nvPr/>
        </p:nvPicPr>
        <p:blipFill rotWithShape="1">
          <a:blip r:embed="rId2">
            <a:alphaModFix/>
          </a:blip>
          <a:srcRect b="0" l="0" r="0" t="0"/>
          <a:stretch/>
        </p:blipFill>
        <p:spPr>
          <a:xfrm>
            <a:off x="228600" y="4605495"/>
            <a:ext cx="1006623" cy="345579"/>
          </a:xfrm>
          <a:prstGeom prst="rect">
            <a:avLst/>
          </a:prstGeom>
          <a:noFill/>
          <a:ln>
            <a:noFill/>
          </a:ln>
        </p:spPr>
      </p:pic>
      <p:sp>
        <p:nvSpPr>
          <p:cNvPr id="229" name="Google Shape;229;p49"/>
          <p:cNvSpPr txBox="1"/>
          <p:nvPr/>
        </p:nvSpPr>
        <p:spPr>
          <a:xfrm>
            <a:off x="3677866" y="4865700"/>
            <a:ext cx="2181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DM Sans"/>
                <a:ea typeface="DM Sans"/>
                <a:cs typeface="DM Sans"/>
                <a:sym typeface="DM Sans"/>
              </a:rPr>
              <a:t>Copyright © 2024 Kyriba Corp. All rights reserved.</a:t>
            </a:r>
            <a:endParaRPr b="0" i="0" sz="600" u="none" cap="none" strike="noStrike">
              <a:solidFill>
                <a:schemeClr val="lt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lt1"/>
              </a:solidFill>
              <a:latin typeface="DM Sans"/>
              <a:ea typeface="DM Sans"/>
              <a:cs typeface="DM Sans"/>
              <a:sym typeface="DM San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p:cSld name="MAIN_POINT_1">
    <p:bg>
      <p:bgPr>
        <a:solidFill>
          <a:schemeClr val="dk2"/>
        </a:solidFill>
      </p:bgPr>
    </p:bg>
    <p:spTree>
      <p:nvGrpSpPr>
        <p:cNvPr id="230" name="Shape 230"/>
        <p:cNvGrpSpPr/>
        <p:nvPr/>
      </p:nvGrpSpPr>
      <p:grpSpPr>
        <a:xfrm>
          <a:off x="0" y="0"/>
          <a:ext cx="0" cy="0"/>
          <a:chOff x="0" y="0"/>
          <a:chExt cx="0" cy="0"/>
        </a:xfrm>
      </p:grpSpPr>
      <p:sp>
        <p:nvSpPr>
          <p:cNvPr id="231" name="Google Shape;231;p50"/>
          <p:cNvSpPr txBox="1"/>
          <p:nvPr>
            <p:ph type="title"/>
          </p:nvPr>
        </p:nvSpPr>
        <p:spPr>
          <a:xfrm>
            <a:off x="228600" y="907275"/>
            <a:ext cx="6629400" cy="22899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Clr>
                <a:schemeClr val="lt1"/>
              </a:buClr>
              <a:buSzPts val="2500"/>
              <a:buFont typeface="DM Mono"/>
              <a:buNone/>
              <a:defRPr sz="2500">
                <a:solidFill>
                  <a:schemeClr val="lt1"/>
                </a:solidFill>
                <a:latin typeface="DM Mono"/>
                <a:ea typeface="DM Mono"/>
                <a:cs typeface="DM Mono"/>
                <a:sym typeface="DM Mono"/>
              </a:defRPr>
            </a:lvl1pPr>
            <a:lvl2pPr lvl="1"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2pPr>
            <a:lvl3pPr lvl="2"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3pPr>
            <a:lvl4pPr lvl="3"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4pPr>
            <a:lvl5pPr lvl="4"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5pPr>
            <a:lvl6pPr lvl="5"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6pPr>
            <a:lvl7pPr lvl="6"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7pPr>
            <a:lvl8pPr lvl="7"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8pPr>
            <a:lvl9pPr lvl="8" algn="l">
              <a:lnSpc>
                <a:spcPct val="80000"/>
              </a:lnSpc>
              <a:spcBef>
                <a:spcPts val="0"/>
              </a:spcBef>
              <a:spcAft>
                <a:spcPts val="0"/>
              </a:spcAft>
              <a:buClr>
                <a:schemeClr val="lt1"/>
              </a:buClr>
              <a:buSzPts val="2500"/>
              <a:buFont typeface="Syne SemiBold"/>
              <a:buNone/>
              <a:defRPr sz="2500">
                <a:solidFill>
                  <a:schemeClr val="lt1"/>
                </a:solidFill>
                <a:latin typeface="Syne SemiBold"/>
                <a:ea typeface="Syne SemiBold"/>
                <a:cs typeface="Syne SemiBold"/>
                <a:sym typeface="Syne SemiBold"/>
              </a:defRPr>
            </a:lvl9pPr>
          </a:lstStyle>
          <a:p/>
        </p:txBody>
      </p:sp>
      <p:sp>
        <p:nvSpPr>
          <p:cNvPr id="232" name="Google Shape;232;p50"/>
          <p:cNvSpPr txBox="1"/>
          <p:nvPr>
            <p:ph idx="1" type="subTitle"/>
          </p:nvPr>
        </p:nvSpPr>
        <p:spPr>
          <a:xfrm>
            <a:off x="228600" y="3643750"/>
            <a:ext cx="5260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100"/>
              <a:buFont typeface="DM Sans"/>
              <a:buNone/>
              <a:defRPr sz="1100">
                <a:solidFill>
                  <a:schemeClr val="lt1"/>
                </a:solidFill>
                <a:latin typeface="DM Sans"/>
                <a:ea typeface="DM Sans"/>
                <a:cs typeface="DM Sans"/>
                <a:sym typeface="DM Sans"/>
              </a:defRPr>
            </a:lvl1pPr>
            <a:lvl2pPr lvl="1"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2pPr>
            <a:lvl3pPr lvl="2"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3pPr>
            <a:lvl4pPr lvl="3"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4pPr>
            <a:lvl5pPr lvl="4"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5pPr>
            <a:lvl6pPr lvl="5"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6pPr>
            <a:lvl7pPr lvl="6"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7pPr>
            <a:lvl8pPr lvl="7"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8pPr>
            <a:lvl9pPr lvl="8" algn="l">
              <a:lnSpc>
                <a:spcPct val="100000"/>
              </a:lnSpc>
              <a:spcBef>
                <a:spcPts val="0"/>
              </a:spcBef>
              <a:spcAft>
                <a:spcPts val="0"/>
              </a:spcAft>
              <a:buClr>
                <a:schemeClr val="lt1"/>
              </a:buClr>
              <a:buSzPts val="1100"/>
              <a:buFont typeface="Proxima Nova"/>
              <a:buNone/>
              <a:defRPr sz="1100">
                <a:solidFill>
                  <a:schemeClr val="lt1"/>
                </a:solidFill>
                <a:latin typeface="Proxima Nova"/>
                <a:ea typeface="Proxima Nova"/>
                <a:cs typeface="Proxima Nova"/>
                <a:sym typeface="Proxima Nova"/>
              </a:defRPr>
            </a:lvl9pPr>
          </a:lstStyle>
          <a:p/>
        </p:txBody>
      </p:sp>
      <p:sp>
        <p:nvSpPr>
          <p:cNvPr id="233" name="Google Shape;233;p50"/>
          <p:cNvSpPr txBox="1"/>
          <p:nvPr/>
        </p:nvSpPr>
        <p:spPr>
          <a:xfrm>
            <a:off x="82700" y="907275"/>
            <a:ext cx="265500" cy="47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chemeClr val="lt1"/>
                </a:solidFill>
                <a:latin typeface="Libre Baskerville"/>
                <a:ea typeface="Libre Baskerville"/>
                <a:cs typeface="Libre Baskerville"/>
                <a:sym typeface="Libre Baskerville"/>
              </a:rPr>
              <a:t>“</a:t>
            </a:r>
            <a:endParaRPr b="0" i="0" sz="2500" u="none" cap="none" strike="noStrike">
              <a:solidFill>
                <a:schemeClr val="lt1"/>
              </a:solidFill>
              <a:latin typeface="Libre Baskerville"/>
              <a:ea typeface="Libre Baskerville"/>
              <a:cs typeface="Libre Baskerville"/>
              <a:sym typeface="Libre Baskerville"/>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02">
  <p:cSld name="SECTION_TITLE_AND_DESCRIPTION_2">
    <p:bg>
      <p:bgPr>
        <a:solidFill>
          <a:schemeClr val="lt1"/>
        </a:solidFill>
      </p:bgPr>
    </p:bg>
    <p:spTree>
      <p:nvGrpSpPr>
        <p:cNvPr id="234" name="Shape 234"/>
        <p:cNvGrpSpPr/>
        <p:nvPr/>
      </p:nvGrpSpPr>
      <p:grpSpPr>
        <a:xfrm>
          <a:off x="0" y="0"/>
          <a:ext cx="0" cy="0"/>
          <a:chOff x="0" y="0"/>
          <a:chExt cx="0" cy="0"/>
        </a:xfrm>
      </p:grpSpPr>
      <p:sp>
        <p:nvSpPr>
          <p:cNvPr id="235" name="Google Shape;235;p51"/>
          <p:cNvSpPr txBox="1"/>
          <p:nvPr>
            <p:ph type="title"/>
          </p:nvPr>
        </p:nvSpPr>
        <p:spPr>
          <a:xfrm>
            <a:off x="228600" y="342900"/>
            <a:ext cx="30363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236" name="Google Shape;236;p51"/>
          <p:cNvSpPr txBox="1"/>
          <p:nvPr>
            <p:ph idx="1" type="body"/>
          </p:nvPr>
        </p:nvSpPr>
        <p:spPr>
          <a:xfrm>
            <a:off x="228600" y="1152475"/>
            <a:ext cx="39966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237" name="Google Shape;237;p5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Font typeface="DM Sans"/>
              <a:buChar char="●"/>
              <a:defRPr sz="1000">
                <a:latin typeface="DM Sans"/>
                <a:ea typeface="DM Sans"/>
                <a:cs typeface="DM Sans"/>
                <a:sym typeface="DM Sans"/>
              </a:defRPr>
            </a:lvl1pPr>
            <a:lvl2pPr indent="-266700" lvl="1" marL="914400" algn="l">
              <a:lnSpc>
                <a:spcPct val="115000"/>
              </a:lnSpc>
              <a:spcBef>
                <a:spcPts val="0"/>
              </a:spcBef>
              <a:spcAft>
                <a:spcPts val="0"/>
              </a:spcAft>
              <a:buSzPts val="600"/>
              <a:buFont typeface="DM Sans"/>
              <a:buChar char="○"/>
              <a:defRPr sz="600">
                <a:latin typeface="DM Sans"/>
                <a:ea typeface="DM Sans"/>
                <a:cs typeface="DM Sans"/>
                <a:sym typeface="DM Sans"/>
              </a:defRPr>
            </a:lvl2pPr>
            <a:lvl3pPr indent="-266700" lvl="2" marL="1371600" algn="l">
              <a:lnSpc>
                <a:spcPct val="115000"/>
              </a:lnSpc>
              <a:spcBef>
                <a:spcPts val="0"/>
              </a:spcBef>
              <a:spcAft>
                <a:spcPts val="0"/>
              </a:spcAft>
              <a:buSzPts val="600"/>
              <a:buFont typeface="DM Sans"/>
              <a:buChar char="■"/>
              <a:defRPr sz="600">
                <a:latin typeface="DM Sans"/>
                <a:ea typeface="DM Sans"/>
                <a:cs typeface="DM Sans"/>
                <a:sym typeface="DM Sans"/>
              </a:defRPr>
            </a:lvl3pPr>
            <a:lvl4pPr indent="-266700" lvl="3" marL="1828800" algn="l">
              <a:lnSpc>
                <a:spcPct val="115000"/>
              </a:lnSpc>
              <a:spcBef>
                <a:spcPts val="0"/>
              </a:spcBef>
              <a:spcAft>
                <a:spcPts val="0"/>
              </a:spcAft>
              <a:buSzPts val="600"/>
              <a:buFont typeface="DM Sans"/>
              <a:buChar char="●"/>
              <a:defRPr sz="600">
                <a:latin typeface="DM Sans"/>
                <a:ea typeface="DM Sans"/>
                <a:cs typeface="DM Sans"/>
                <a:sym typeface="DM Sans"/>
              </a:defRPr>
            </a:lvl4pPr>
            <a:lvl5pPr indent="-266700" lvl="4" marL="2286000" algn="l">
              <a:lnSpc>
                <a:spcPct val="115000"/>
              </a:lnSpc>
              <a:spcBef>
                <a:spcPts val="0"/>
              </a:spcBef>
              <a:spcAft>
                <a:spcPts val="0"/>
              </a:spcAft>
              <a:buSzPts val="600"/>
              <a:buFont typeface="DM Sans"/>
              <a:buChar char="○"/>
              <a:defRPr sz="600">
                <a:latin typeface="DM Sans"/>
                <a:ea typeface="DM Sans"/>
                <a:cs typeface="DM Sans"/>
                <a:sym typeface="DM Sans"/>
              </a:defRPr>
            </a:lvl5pPr>
            <a:lvl6pPr indent="-266700" lvl="5" marL="2743200" algn="l">
              <a:lnSpc>
                <a:spcPct val="115000"/>
              </a:lnSpc>
              <a:spcBef>
                <a:spcPts val="0"/>
              </a:spcBef>
              <a:spcAft>
                <a:spcPts val="0"/>
              </a:spcAft>
              <a:buSzPts val="600"/>
              <a:buFont typeface="DM Sans"/>
              <a:buChar char="■"/>
              <a:defRPr sz="600">
                <a:latin typeface="DM Sans"/>
                <a:ea typeface="DM Sans"/>
                <a:cs typeface="DM Sans"/>
                <a:sym typeface="DM Sans"/>
              </a:defRPr>
            </a:lvl6pPr>
            <a:lvl7pPr indent="-266700" lvl="6" marL="3200400" algn="l">
              <a:lnSpc>
                <a:spcPct val="115000"/>
              </a:lnSpc>
              <a:spcBef>
                <a:spcPts val="0"/>
              </a:spcBef>
              <a:spcAft>
                <a:spcPts val="0"/>
              </a:spcAft>
              <a:buSzPts val="600"/>
              <a:buFont typeface="DM Sans"/>
              <a:buChar char="●"/>
              <a:defRPr sz="600">
                <a:latin typeface="DM Sans"/>
                <a:ea typeface="DM Sans"/>
                <a:cs typeface="DM Sans"/>
                <a:sym typeface="DM Sans"/>
              </a:defRPr>
            </a:lvl7pPr>
            <a:lvl8pPr indent="-266700" lvl="7" marL="3657600" algn="l">
              <a:lnSpc>
                <a:spcPct val="115000"/>
              </a:lnSpc>
              <a:spcBef>
                <a:spcPts val="0"/>
              </a:spcBef>
              <a:spcAft>
                <a:spcPts val="0"/>
              </a:spcAft>
              <a:buSzPts val="600"/>
              <a:buFont typeface="DM Sans"/>
              <a:buChar char="○"/>
              <a:defRPr sz="600">
                <a:latin typeface="DM Sans"/>
                <a:ea typeface="DM Sans"/>
                <a:cs typeface="DM Sans"/>
                <a:sym typeface="DM Sans"/>
              </a:defRPr>
            </a:lvl8pPr>
            <a:lvl9pPr indent="-266700" lvl="8" marL="4114800" algn="l">
              <a:lnSpc>
                <a:spcPct val="115000"/>
              </a:lnSpc>
              <a:spcBef>
                <a:spcPts val="0"/>
              </a:spcBef>
              <a:spcAft>
                <a:spcPts val="0"/>
              </a:spcAft>
              <a:buSzPts val="600"/>
              <a:buFont typeface="DM Sans"/>
              <a:buChar char="■"/>
              <a:defRPr sz="600">
                <a:latin typeface="DM Sans"/>
                <a:ea typeface="DM Sans"/>
                <a:cs typeface="DM Sans"/>
                <a:sym typeface="DM Sans"/>
              </a:defRPr>
            </a:lvl9pPr>
          </a:lstStyle>
          <a:p/>
        </p:txBody>
      </p:sp>
      <p:sp>
        <p:nvSpPr>
          <p:cNvPr id="238" name="Google Shape;238;p51"/>
          <p:cNvSpPr txBox="1"/>
          <p:nvPr/>
        </p:nvSpPr>
        <p:spPr>
          <a:xfrm>
            <a:off x="4089213" y="4865700"/>
            <a:ext cx="16824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DM Sans"/>
                <a:ea typeface="DM Sans"/>
                <a:cs typeface="DM Sans"/>
                <a:sym typeface="DM Sans"/>
              </a:rPr>
              <a:t>Confidential &amp; proprietary. For internal use only.</a:t>
            </a:r>
            <a:endParaRPr b="0" i="0" sz="600" u="none" cap="none" strike="noStrike">
              <a:solidFill>
                <a:schemeClr val="dk1"/>
              </a:solidFill>
              <a:latin typeface="DM Sans"/>
              <a:ea typeface="DM Sans"/>
              <a:cs typeface="DM Sans"/>
              <a:sym typeface="DM Sans"/>
            </a:endParaRPr>
          </a:p>
        </p:txBody>
      </p:sp>
      <p:sp>
        <p:nvSpPr>
          <p:cNvPr id="239" name="Google Shape;239;p51"/>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240" name="Google Shape;240;p51"/>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03">
  <p:cSld name="SECTION_TITLE_AND_DESCRIPTION_1">
    <p:bg>
      <p:bgPr>
        <a:solidFill>
          <a:schemeClr val="lt1"/>
        </a:solidFill>
      </p:bgPr>
    </p:bg>
    <p:spTree>
      <p:nvGrpSpPr>
        <p:cNvPr id="241" name="Shape 241"/>
        <p:cNvGrpSpPr/>
        <p:nvPr/>
      </p:nvGrpSpPr>
      <p:grpSpPr>
        <a:xfrm>
          <a:off x="0" y="0"/>
          <a:ext cx="0" cy="0"/>
          <a:chOff x="0" y="0"/>
          <a:chExt cx="0" cy="0"/>
        </a:xfrm>
      </p:grpSpPr>
      <p:sp>
        <p:nvSpPr>
          <p:cNvPr id="242" name="Google Shape;242;p52"/>
          <p:cNvSpPr txBox="1"/>
          <p:nvPr>
            <p:ph type="title"/>
          </p:nvPr>
        </p:nvSpPr>
        <p:spPr>
          <a:xfrm>
            <a:off x="4796675" y="342900"/>
            <a:ext cx="3036300" cy="572700"/>
          </a:xfrm>
          <a:prstGeom prst="rect">
            <a:avLst/>
          </a:prstGeom>
          <a:noFill/>
          <a:ln>
            <a:noFill/>
          </a:ln>
        </p:spPr>
        <p:txBody>
          <a:bodyPr anchorCtr="0" anchor="t" bIns="91425" lIns="91425" spcFirstLastPara="1" rIns="91425" wrap="square" tIns="91425">
            <a:noAutofit/>
          </a:bodyPr>
          <a:lstStyle>
            <a:lvl1pPr lvl="0" algn="l">
              <a:lnSpc>
                <a:spcPct val="80000"/>
              </a:lnSpc>
              <a:spcBef>
                <a:spcPts val="0"/>
              </a:spcBef>
              <a:spcAft>
                <a:spcPts val="0"/>
              </a:spcAft>
              <a:buSzPts val="2000"/>
              <a:buFont typeface="DM Mono"/>
              <a:buNone/>
              <a:defRPr sz="2000">
                <a:latin typeface="DM Mono"/>
                <a:ea typeface="DM Mono"/>
                <a:cs typeface="DM Mono"/>
                <a:sym typeface="DM Mono"/>
              </a:defRPr>
            </a:lvl1pPr>
            <a:lvl2pPr lvl="1" algn="l">
              <a:lnSpc>
                <a:spcPct val="80000"/>
              </a:lnSpc>
              <a:spcBef>
                <a:spcPts val="0"/>
              </a:spcBef>
              <a:spcAft>
                <a:spcPts val="0"/>
              </a:spcAft>
              <a:buSzPts val="2000"/>
              <a:buNone/>
              <a:defRPr sz="2000"/>
            </a:lvl2pPr>
            <a:lvl3pPr lvl="2" algn="l">
              <a:lnSpc>
                <a:spcPct val="80000"/>
              </a:lnSpc>
              <a:spcBef>
                <a:spcPts val="0"/>
              </a:spcBef>
              <a:spcAft>
                <a:spcPts val="0"/>
              </a:spcAft>
              <a:buSzPts val="2000"/>
              <a:buNone/>
              <a:defRPr sz="2000"/>
            </a:lvl3pPr>
            <a:lvl4pPr lvl="3" algn="l">
              <a:lnSpc>
                <a:spcPct val="80000"/>
              </a:lnSpc>
              <a:spcBef>
                <a:spcPts val="0"/>
              </a:spcBef>
              <a:spcAft>
                <a:spcPts val="0"/>
              </a:spcAft>
              <a:buSzPts val="2000"/>
              <a:buNone/>
              <a:defRPr sz="2000"/>
            </a:lvl4pPr>
            <a:lvl5pPr lvl="4" algn="l">
              <a:lnSpc>
                <a:spcPct val="80000"/>
              </a:lnSpc>
              <a:spcBef>
                <a:spcPts val="0"/>
              </a:spcBef>
              <a:spcAft>
                <a:spcPts val="0"/>
              </a:spcAft>
              <a:buSzPts val="2000"/>
              <a:buNone/>
              <a:defRPr sz="2000"/>
            </a:lvl5pPr>
            <a:lvl6pPr lvl="5" algn="l">
              <a:lnSpc>
                <a:spcPct val="80000"/>
              </a:lnSpc>
              <a:spcBef>
                <a:spcPts val="0"/>
              </a:spcBef>
              <a:spcAft>
                <a:spcPts val="0"/>
              </a:spcAft>
              <a:buSzPts val="2000"/>
              <a:buNone/>
              <a:defRPr sz="2000"/>
            </a:lvl6pPr>
            <a:lvl7pPr lvl="6" algn="l">
              <a:lnSpc>
                <a:spcPct val="80000"/>
              </a:lnSpc>
              <a:spcBef>
                <a:spcPts val="0"/>
              </a:spcBef>
              <a:spcAft>
                <a:spcPts val="0"/>
              </a:spcAft>
              <a:buSzPts val="2000"/>
              <a:buNone/>
              <a:defRPr sz="2000"/>
            </a:lvl7pPr>
            <a:lvl8pPr lvl="7" algn="l">
              <a:lnSpc>
                <a:spcPct val="80000"/>
              </a:lnSpc>
              <a:spcBef>
                <a:spcPts val="0"/>
              </a:spcBef>
              <a:spcAft>
                <a:spcPts val="0"/>
              </a:spcAft>
              <a:buSzPts val="2000"/>
              <a:buNone/>
              <a:defRPr sz="2000"/>
            </a:lvl8pPr>
            <a:lvl9pPr lvl="8" algn="l">
              <a:lnSpc>
                <a:spcPct val="80000"/>
              </a:lnSpc>
              <a:spcBef>
                <a:spcPts val="0"/>
              </a:spcBef>
              <a:spcAft>
                <a:spcPts val="0"/>
              </a:spcAft>
              <a:buSzPts val="2000"/>
              <a:buNone/>
              <a:defRPr sz="2000"/>
            </a:lvl9pPr>
          </a:lstStyle>
          <a:p/>
        </p:txBody>
      </p:sp>
      <p:sp>
        <p:nvSpPr>
          <p:cNvPr id="243" name="Google Shape;243;p52"/>
          <p:cNvSpPr txBox="1"/>
          <p:nvPr>
            <p:ph idx="1" type="body"/>
          </p:nvPr>
        </p:nvSpPr>
        <p:spPr>
          <a:xfrm>
            <a:off x="4796675" y="1152475"/>
            <a:ext cx="39966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Font typeface="DM Sans"/>
              <a:buChar char="●"/>
              <a:defRPr sz="1300">
                <a:latin typeface="DM Sans"/>
                <a:ea typeface="DM Sans"/>
                <a:cs typeface="DM Sans"/>
                <a:sym typeface="DM Sans"/>
              </a:defRPr>
            </a:lvl1pPr>
            <a:lvl2pPr indent="-285750" lvl="1" marL="914400" algn="l">
              <a:lnSpc>
                <a:spcPct val="115000"/>
              </a:lnSpc>
              <a:spcBef>
                <a:spcPts val="0"/>
              </a:spcBef>
              <a:spcAft>
                <a:spcPts val="0"/>
              </a:spcAft>
              <a:buSzPts val="900"/>
              <a:buFont typeface="DM Sans"/>
              <a:buChar char="○"/>
              <a:defRPr sz="900">
                <a:latin typeface="DM Sans"/>
                <a:ea typeface="DM Sans"/>
                <a:cs typeface="DM Sans"/>
                <a:sym typeface="DM Sans"/>
              </a:defRPr>
            </a:lvl2pPr>
            <a:lvl3pPr indent="-285750" lvl="2" marL="1371600" algn="l">
              <a:lnSpc>
                <a:spcPct val="115000"/>
              </a:lnSpc>
              <a:spcBef>
                <a:spcPts val="0"/>
              </a:spcBef>
              <a:spcAft>
                <a:spcPts val="0"/>
              </a:spcAft>
              <a:buSzPts val="900"/>
              <a:buFont typeface="DM Sans"/>
              <a:buChar char="■"/>
              <a:defRPr sz="900">
                <a:latin typeface="DM Sans"/>
                <a:ea typeface="DM Sans"/>
                <a:cs typeface="DM Sans"/>
                <a:sym typeface="DM Sans"/>
              </a:defRPr>
            </a:lvl3pPr>
            <a:lvl4pPr indent="-285750" lvl="3" marL="1828800" algn="l">
              <a:lnSpc>
                <a:spcPct val="115000"/>
              </a:lnSpc>
              <a:spcBef>
                <a:spcPts val="0"/>
              </a:spcBef>
              <a:spcAft>
                <a:spcPts val="0"/>
              </a:spcAft>
              <a:buSzPts val="900"/>
              <a:buFont typeface="DM Sans"/>
              <a:buChar char="●"/>
              <a:defRPr sz="900">
                <a:latin typeface="DM Sans"/>
                <a:ea typeface="DM Sans"/>
                <a:cs typeface="DM Sans"/>
                <a:sym typeface="DM Sans"/>
              </a:defRPr>
            </a:lvl4pPr>
            <a:lvl5pPr indent="-285750" lvl="4" marL="2286000" algn="l">
              <a:lnSpc>
                <a:spcPct val="115000"/>
              </a:lnSpc>
              <a:spcBef>
                <a:spcPts val="0"/>
              </a:spcBef>
              <a:spcAft>
                <a:spcPts val="0"/>
              </a:spcAft>
              <a:buSzPts val="900"/>
              <a:buFont typeface="DM Sans"/>
              <a:buChar char="○"/>
              <a:defRPr sz="900">
                <a:latin typeface="DM Sans"/>
                <a:ea typeface="DM Sans"/>
                <a:cs typeface="DM Sans"/>
                <a:sym typeface="DM Sans"/>
              </a:defRPr>
            </a:lvl5pPr>
            <a:lvl6pPr indent="-285750" lvl="5" marL="2743200" algn="l">
              <a:lnSpc>
                <a:spcPct val="115000"/>
              </a:lnSpc>
              <a:spcBef>
                <a:spcPts val="0"/>
              </a:spcBef>
              <a:spcAft>
                <a:spcPts val="0"/>
              </a:spcAft>
              <a:buSzPts val="900"/>
              <a:buFont typeface="DM Sans"/>
              <a:buChar char="■"/>
              <a:defRPr sz="900">
                <a:latin typeface="DM Sans"/>
                <a:ea typeface="DM Sans"/>
                <a:cs typeface="DM Sans"/>
                <a:sym typeface="DM Sans"/>
              </a:defRPr>
            </a:lvl6pPr>
            <a:lvl7pPr indent="-285750" lvl="6" marL="3200400" algn="l">
              <a:lnSpc>
                <a:spcPct val="115000"/>
              </a:lnSpc>
              <a:spcBef>
                <a:spcPts val="0"/>
              </a:spcBef>
              <a:spcAft>
                <a:spcPts val="0"/>
              </a:spcAft>
              <a:buSzPts val="900"/>
              <a:buFont typeface="DM Sans"/>
              <a:buChar char="●"/>
              <a:defRPr sz="900">
                <a:latin typeface="DM Sans"/>
                <a:ea typeface="DM Sans"/>
                <a:cs typeface="DM Sans"/>
                <a:sym typeface="DM Sans"/>
              </a:defRPr>
            </a:lvl7pPr>
            <a:lvl8pPr indent="-285750" lvl="7" marL="3657600" algn="l">
              <a:lnSpc>
                <a:spcPct val="115000"/>
              </a:lnSpc>
              <a:spcBef>
                <a:spcPts val="0"/>
              </a:spcBef>
              <a:spcAft>
                <a:spcPts val="0"/>
              </a:spcAft>
              <a:buSzPts val="900"/>
              <a:buFont typeface="DM Sans"/>
              <a:buChar char="○"/>
              <a:defRPr sz="900">
                <a:latin typeface="DM Sans"/>
                <a:ea typeface="DM Sans"/>
                <a:cs typeface="DM Sans"/>
                <a:sym typeface="DM Sans"/>
              </a:defRPr>
            </a:lvl8pPr>
            <a:lvl9pPr indent="-285750" lvl="8" marL="4114800" algn="l">
              <a:lnSpc>
                <a:spcPct val="115000"/>
              </a:lnSpc>
              <a:spcBef>
                <a:spcPts val="0"/>
              </a:spcBef>
              <a:spcAft>
                <a:spcPts val="0"/>
              </a:spcAft>
              <a:buSzPts val="900"/>
              <a:buFont typeface="DM Sans"/>
              <a:buChar char="■"/>
              <a:defRPr sz="900">
                <a:latin typeface="DM Sans"/>
                <a:ea typeface="DM Sans"/>
                <a:cs typeface="DM Sans"/>
                <a:sym typeface="DM Sans"/>
              </a:defRPr>
            </a:lvl9pPr>
          </a:lstStyle>
          <a:p/>
        </p:txBody>
      </p:sp>
      <p:sp>
        <p:nvSpPr>
          <p:cNvPr id="244" name="Google Shape;244;p52"/>
          <p:cNvSpPr/>
          <p:nvPr/>
        </p:nvSpPr>
        <p:spPr>
          <a:xfrm>
            <a:off x="175500" y="170400"/>
            <a:ext cx="4230900" cy="4802700"/>
          </a:xfrm>
          <a:prstGeom prst="roundRect">
            <a:avLst>
              <a:gd fmla="val 3395"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52"/>
          <p:cNvSpPr txBox="1"/>
          <p:nvPr>
            <p:ph idx="2" type="body"/>
          </p:nvPr>
        </p:nvSpPr>
        <p:spPr>
          <a:xfrm>
            <a:off x="425550" y="724075"/>
            <a:ext cx="3837000" cy="3844800"/>
          </a:xfrm>
          <a:prstGeom prst="rect">
            <a:avLst/>
          </a:prstGeom>
          <a:noFill/>
          <a:ln>
            <a:noFill/>
          </a:ln>
        </p:spPr>
        <p:txBody>
          <a:bodyPr anchorCtr="0" anchor="ctr" bIns="91425" lIns="91425" spcFirstLastPara="1" rIns="91425" wrap="square" tIns="91425">
            <a:noAutofit/>
          </a:bodyPr>
          <a:lstStyle>
            <a:lvl1pPr indent="-292100" lvl="0" marL="457200" algn="l">
              <a:lnSpc>
                <a:spcPct val="115000"/>
              </a:lnSpc>
              <a:spcBef>
                <a:spcPts val="0"/>
              </a:spcBef>
              <a:spcAft>
                <a:spcPts val="0"/>
              </a:spcAft>
              <a:buSzPts val="1000"/>
              <a:buFont typeface="DM Sans"/>
              <a:buChar char="●"/>
              <a:defRPr sz="1000">
                <a:latin typeface="DM Sans"/>
                <a:ea typeface="DM Sans"/>
                <a:cs typeface="DM Sans"/>
                <a:sym typeface="DM Sans"/>
              </a:defRPr>
            </a:lvl1pPr>
            <a:lvl2pPr indent="-266700" lvl="1" marL="914400" algn="l">
              <a:lnSpc>
                <a:spcPct val="115000"/>
              </a:lnSpc>
              <a:spcBef>
                <a:spcPts val="0"/>
              </a:spcBef>
              <a:spcAft>
                <a:spcPts val="0"/>
              </a:spcAft>
              <a:buSzPts val="600"/>
              <a:buFont typeface="DM Sans"/>
              <a:buChar char="○"/>
              <a:defRPr sz="600">
                <a:latin typeface="DM Sans"/>
                <a:ea typeface="DM Sans"/>
                <a:cs typeface="DM Sans"/>
                <a:sym typeface="DM Sans"/>
              </a:defRPr>
            </a:lvl2pPr>
            <a:lvl3pPr indent="-266700" lvl="2" marL="1371600" algn="l">
              <a:lnSpc>
                <a:spcPct val="115000"/>
              </a:lnSpc>
              <a:spcBef>
                <a:spcPts val="0"/>
              </a:spcBef>
              <a:spcAft>
                <a:spcPts val="0"/>
              </a:spcAft>
              <a:buSzPts val="600"/>
              <a:buFont typeface="DM Sans"/>
              <a:buChar char="■"/>
              <a:defRPr sz="600">
                <a:latin typeface="DM Sans"/>
                <a:ea typeface="DM Sans"/>
                <a:cs typeface="DM Sans"/>
                <a:sym typeface="DM Sans"/>
              </a:defRPr>
            </a:lvl3pPr>
            <a:lvl4pPr indent="-266700" lvl="3" marL="1828800" algn="l">
              <a:lnSpc>
                <a:spcPct val="115000"/>
              </a:lnSpc>
              <a:spcBef>
                <a:spcPts val="0"/>
              </a:spcBef>
              <a:spcAft>
                <a:spcPts val="0"/>
              </a:spcAft>
              <a:buSzPts val="600"/>
              <a:buFont typeface="DM Sans"/>
              <a:buChar char="●"/>
              <a:defRPr sz="600">
                <a:latin typeface="DM Sans"/>
                <a:ea typeface="DM Sans"/>
                <a:cs typeface="DM Sans"/>
                <a:sym typeface="DM Sans"/>
              </a:defRPr>
            </a:lvl4pPr>
            <a:lvl5pPr indent="-266700" lvl="4" marL="2286000" algn="l">
              <a:lnSpc>
                <a:spcPct val="115000"/>
              </a:lnSpc>
              <a:spcBef>
                <a:spcPts val="0"/>
              </a:spcBef>
              <a:spcAft>
                <a:spcPts val="0"/>
              </a:spcAft>
              <a:buSzPts val="600"/>
              <a:buFont typeface="DM Sans"/>
              <a:buChar char="○"/>
              <a:defRPr sz="600">
                <a:latin typeface="DM Sans"/>
                <a:ea typeface="DM Sans"/>
                <a:cs typeface="DM Sans"/>
                <a:sym typeface="DM Sans"/>
              </a:defRPr>
            </a:lvl5pPr>
            <a:lvl6pPr indent="-266700" lvl="5" marL="2743200" algn="l">
              <a:lnSpc>
                <a:spcPct val="115000"/>
              </a:lnSpc>
              <a:spcBef>
                <a:spcPts val="0"/>
              </a:spcBef>
              <a:spcAft>
                <a:spcPts val="0"/>
              </a:spcAft>
              <a:buSzPts val="600"/>
              <a:buFont typeface="DM Sans"/>
              <a:buChar char="■"/>
              <a:defRPr sz="600">
                <a:latin typeface="DM Sans"/>
                <a:ea typeface="DM Sans"/>
                <a:cs typeface="DM Sans"/>
                <a:sym typeface="DM Sans"/>
              </a:defRPr>
            </a:lvl6pPr>
            <a:lvl7pPr indent="-266700" lvl="6" marL="3200400" algn="l">
              <a:lnSpc>
                <a:spcPct val="115000"/>
              </a:lnSpc>
              <a:spcBef>
                <a:spcPts val="0"/>
              </a:spcBef>
              <a:spcAft>
                <a:spcPts val="0"/>
              </a:spcAft>
              <a:buSzPts val="600"/>
              <a:buFont typeface="DM Sans"/>
              <a:buChar char="●"/>
              <a:defRPr sz="600">
                <a:latin typeface="DM Sans"/>
                <a:ea typeface="DM Sans"/>
                <a:cs typeface="DM Sans"/>
                <a:sym typeface="DM Sans"/>
              </a:defRPr>
            </a:lvl7pPr>
            <a:lvl8pPr indent="-266700" lvl="7" marL="3657600" algn="l">
              <a:lnSpc>
                <a:spcPct val="115000"/>
              </a:lnSpc>
              <a:spcBef>
                <a:spcPts val="0"/>
              </a:spcBef>
              <a:spcAft>
                <a:spcPts val="0"/>
              </a:spcAft>
              <a:buSzPts val="600"/>
              <a:buFont typeface="DM Sans"/>
              <a:buChar char="○"/>
              <a:defRPr sz="600">
                <a:latin typeface="DM Sans"/>
                <a:ea typeface="DM Sans"/>
                <a:cs typeface="DM Sans"/>
                <a:sym typeface="DM Sans"/>
              </a:defRPr>
            </a:lvl8pPr>
            <a:lvl9pPr indent="-266700" lvl="8" marL="4114800" algn="l">
              <a:lnSpc>
                <a:spcPct val="115000"/>
              </a:lnSpc>
              <a:spcBef>
                <a:spcPts val="0"/>
              </a:spcBef>
              <a:spcAft>
                <a:spcPts val="0"/>
              </a:spcAft>
              <a:buSzPts val="600"/>
              <a:buFont typeface="DM Sans"/>
              <a:buChar char="■"/>
              <a:defRPr sz="600">
                <a:latin typeface="DM Sans"/>
                <a:ea typeface="DM Sans"/>
                <a:cs typeface="DM Sans"/>
                <a:sym typeface="DM Sans"/>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p:cSld name="CAPTION_ONLY">
    <p:bg>
      <p:bgPr>
        <a:solidFill>
          <a:schemeClr val="lt1"/>
        </a:solidFill>
      </p:bgPr>
    </p:bg>
    <p:spTree>
      <p:nvGrpSpPr>
        <p:cNvPr id="246" name="Shape 246"/>
        <p:cNvGrpSpPr/>
        <p:nvPr/>
      </p:nvGrpSpPr>
      <p:grpSpPr>
        <a:xfrm>
          <a:off x="0" y="0"/>
          <a:ext cx="0" cy="0"/>
          <a:chOff x="0" y="0"/>
          <a:chExt cx="0" cy="0"/>
        </a:xfrm>
      </p:grpSpPr>
      <p:sp>
        <p:nvSpPr>
          <p:cNvPr id="247" name="Google Shape;247;p53"/>
          <p:cNvSpPr txBox="1"/>
          <p:nvPr/>
        </p:nvSpPr>
        <p:spPr>
          <a:xfrm>
            <a:off x="4089213" y="4865700"/>
            <a:ext cx="16824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DM Sans"/>
                <a:ea typeface="DM Sans"/>
                <a:cs typeface="DM Sans"/>
                <a:sym typeface="DM Sans"/>
              </a:rPr>
              <a:t>Confidential &amp; proprietary. For internal use only.</a:t>
            </a:r>
            <a:endParaRPr b="0" i="0" sz="600" u="none" cap="none" strike="noStrike">
              <a:solidFill>
                <a:schemeClr val="dk1"/>
              </a:solidFill>
              <a:latin typeface="DM Sans"/>
              <a:ea typeface="DM Sans"/>
              <a:cs typeface="DM Sans"/>
              <a:sym typeface="DM Sans"/>
            </a:endParaRPr>
          </a:p>
        </p:txBody>
      </p:sp>
      <p:sp>
        <p:nvSpPr>
          <p:cNvPr id="248" name="Google Shape;248;p53"/>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249" name="Google Shape;249;p53"/>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lt1"/>
        </a:solidFill>
      </p:bgPr>
    </p:bg>
    <p:spTree>
      <p:nvGrpSpPr>
        <p:cNvPr id="250" name="Shape 250"/>
        <p:cNvGrpSpPr/>
        <p:nvPr/>
      </p:nvGrpSpPr>
      <p:grpSpPr>
        <a:xfrm>
          <a:off x="0" y="0"/>
          <a:ext cx="0" cy="0"/>
          <a:chOff x="0" y="0"/>
          <a:chExt cx="0" cy="0"/>
        </a:xfrm>
      </p:grpSpPr>
      <p:sp>
        <p:nvSpPr>
          <p:cNvPr id="251" name="Google Shape;251;p5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80000"/>
              </a:lnSpc>
              <a:spcBef>
                <a:spcPts val="0"/>
              </a:spcBef>
              <a:spcAft>
                <a:spcPts val="0"/>
              </a:spcAft>
              <a:buSzPts val="12000"/>
              <a:buFont typeface="DM Mono Medium"/>
              <a:buNone/>
              <a:defRPr sz="12000">
                <a:latin typeface="DM Mono Medium"/>
                <a:ea typeface="DM Mono Medium"/>
                <a:cs typeface="DM Mono Medium"/>
                <a:sym typeface="DM Mono Medium"/>
              </a:defRPr>
            </a:lvl1pPr>
            <a:lvl2pPr lvl="1" algn="ctr">
              <a:lnSpc>
                <a:spcPct val="80000"/>
              </a:lnSpc>
              <a:spcBef>
                <a:spcPts val="0"/>
              </a:spcBef>
              <a:spcAft>
                <a:spcPts val="0"/>
              </a:spcAft>
              <a:buSzPts val="12000"/>
              <a:buNone/>
              <a:defRPr sz="12000"/>
            </a:lvl2pPr>
            <a:lvl3pPr lvl="2" algn="ctr">
              <a:lnSpc>
                <a:spcPct val="80000"/>
              </a:lnSpc>
              <a:spcBef>
                <a:spcPts val="0"/>
              </a:spcBef>
              <a:spcAft>
                <a:spcPts val="0"/>
              </a:spcAft>
              <a:buSzPts val="12000"/>
              <a:buNone/>
              <a:defRPr sz="12000"/>
            </a:lvl3pPr>
            <a:lvl4pPr lvl="3" algn="ctr">
              <a:lnSpc>
                <a:spcPct val="80000"/>
              </a:lnSpc>
              <a:spcBef>
                <a:spcPts val="0"/>
              </a:spcBef>
              <a:spcAft>
                <a:spcPts val="0"/>
              </a:spcAft>
              <a:buSzPts val="12000"/>
              <a:buNone/>
              <a:defRPr sz="12000"/>
            </a:lvl4pPr>
            <a:lvl5pPr lvl="4" algn="ctr">
              <a:lnSpc>
                <a:spcPct val="80000"/>
              </a:lnSpc>
              <a:spcBef>
                <a:spcPts val="0"/>
              </a:spcBef>
              <a:spcAft>
                <a:spcPts val="0"/>
              </a:spcAft>
              <a:buSzPts val="12000"/>
              <a:buNone/>
              <a:defRPr sz="12000"/>
            </a:lvl5pPr>
            <a:lvl6pPr lvl="5" algn="ctr">
              <a:lnSpc>
                <a:spcPct val="80000"/>
              </a:lnSpc>
              <a:spcBef>
                <a:spcPts val="0"/>
              </a:spcBef>
              <a:spcAft>
                <a:spcPts val="0"/>
              </a:spcAft>
              <a:buSzPts val="12000"/>
              <a:buNone/>
              <a:defRPr sz="12000"/>
            </a:lvl6pPr>
            <a:lvl7pPr lvl="6" algn="ctr">
              <a:lnSpc>
                <a:spcPct val="80000"/>
              </a:lnSpc>
              <a:spcBef>
                <a:spcPts val="0"/>
              </a:spcBef>
              <a:spcAft>
                <a:spcPts val="0"/>
              </a:spcAft>
              <a:buSzPts val="12000"/>
              <a:buNone/>
              <a:defRPr sz="12000"/>
            </a:lvl7pPr>
            <a:lvl8pPr lvl="7" algn="ctr">
              <a:lnSpc>
                <a:spcPct val="80000"/>
              </a:lnSpc>
              <a:spcBef>
                <a:spcPts val="0"/>
              </a:spcBef>
              <a:spcAft>
                <a:spcPts val="0"/>
              </a:spcAft>
              <a:buSzPts val="12000"/>
              <a:buNone/>
              <a:defRPr sz="12000"/>
            </a:lvl8pPr>
            <a:lvl9pPr lvl="8" algn="ctr">
              <a:lnSpc>
                <a:spcPct val="80000"/>
              </a:lnSpc>
              <a:spcBef>
                <a:spcPts val="0"/>
              </a:spcBef>
              <a:spcAft>
                <a:spcPts val="0"/>
              </a:spcAft>
              <a:buSzPts val="12000"/>
              <a:buNone/>
              <a:defRPr sz="12000"/>
            </a:lvl9pPr>
          </a:lstStyle>
          <a:p>
            <a:r>
              <a:t>xx%</a:t>
            </a:r>
          </a:p>
        </p:txBody>
      </p:sp>
      <p:sp>
        <p:nvSpPr>
          <p:cNvPr id="252" name="Google Shape;252;p54"/>
          <p:cNvSpPr txBox="1"/>
          <p:nvPr>
            <p:ph idx="1" type="body"/>
          </p:nvPr>
        </p:nvSpPr>
        <p:spPr>
          <a:xfrm>
            <a:off x="311700" y="3152225"/>
            <a:ext cx="8520600" cy="1416600"/>
          </a:xfrm>
          <a:prstGeom prst="rect">
            <a:avLst/>
          </a:prstGeom>
          <a:noFill/>
          <a:ln>
            <a:noFill/>
          </a:ln>
        </p:spPr>
        <p:txBody>
          <a:bodyPr anchorCtr="0" anchor="t" bIns="91425" lIns="91425" spcFirstLastPara="1" rIns="91425" wrap="square" tIns="91425">
            <a:noAutofit/>
          </a:bodyPr>
          <a:lstStyle>
            <a:lvl1pPr indent="-304800" lvl="0" marL="457200" algn="ctr">
              <a:lnSpc>
                <a:spcPct val="115000"/>
              </a:lnSpc>
              <a:spcBef>
                <a:spcPts val="0"/>
              </a:spcBef>
              <a:spcAft>
                <a:spcPts val="0"/>
              </a:spcAft>
              <a:buSzPts val="1200"/>
              <a:buFont typeface="DM Sans"/>
              <a:buChar char="●"/>
              <a:defRPr>
                <a:latin typeface="DM Sans"/>
                <a:ea typeface="DM Sans"/>
                <a:cs typeface="DM Sans"/>
                <a:sym typeface="DM Sans"/>
              </a:defRPr>
            </a:lvl1pPr>
            <a:lvl2pPr indent="-279400" lvl="1" marL="914400" algn="ctr">
              <a:lnSpc>
                <a:spcPct val="115000"/>
              </a:lnSpc>
              <a:spcBef>
                <a:spcPts val="0"/>
              </a:spcBef>
              <a:spcAft>
                <a:spcPts val="0"/>
              </a:spcAft>
              <a:buSzPts val="800"/>
              <a:buFont typeface="DM Sans"/>
              <a:buChar char="○"/>
              <a:defRPr>
                <a:latin typeface="DM Sans"/>
                <a:ea typeface="DM Sans"/>
                <a:cs typeface="DM Sans"/>
                <a:sym typeface="DM Sans"/>
              </a:defRPr>
            </a:lvl2pPr>
            <a:lvl3pPr indent="-279400" lvl="2" marL="1371600" algn="ctr">
              <a:lnSpc>
                <a:spcPct val="115000"/>
              </a:lnSpc>
              <a:spcBef>
                <a:spcPts val="0"/>
              </a:spcBef>
              <a:spcAft>
                <a:spcPts val="0"/>
              </a:spcAft>
              <a:buSzPts val="800"/>
              <a:buFont typeface="DM Sans"/>
              <a:buChar char="■"/>
              <a:defRPr>
                <a:latin typeface="DM Sans"/>
                <a:ea typeface="DM Sans"/>
                <a:cs typeface="DM Sans"/>
                <a:sym typeface="DM Sans"/>
              </a:defRPr>
            </a:lvl3pPr>
            <a:lvl4pPr indent="-279400" lvl="3" marL="1828800" algn="ctr">
              <a:lnSpc>
                <a:spcPct val="115000"/>
              </a:lnSpc>
              <a:spcBef>
                <a:spcPts val="0"/>
              </a:spcBef>
              <a:spcAft>
                <a:spcPts val="0"/>
              </a:spcAft>
              <a:buSzPts val="800"/>
              <a:buFont typeface="DM Sans"/>
              <a:buChar char="●"/>
              <a:defRPr>
                <a:latin typeface="DM Sans"/>
                <a:ea typeface="DM Sans"/>
                <a:cs typeface="DM Sans"/>
                <a:sym typeface="DM Sans"/>
              </a:defRPr>
            </a:lvl4pPr>
            <a:lvl5pPr indent="-279400" lvl="4" marL="2286000" algn="ctr">
              <a:lnSpc>
                <a:spcPct val="115000"/>
              </a:lnSpc>
              <a:spcBef>
                <a:spcPts val="0"/>
              </a:spcBef>
              <a:spcAft>
                <a:spcPts val="0"/>
              </a:spcAft>
              <a:buSzPts val="800"/>
              <a:buFont typeface="DM Sans"/>
              <a:buChar char="○"/>
              <a:defRPr>
                <a:latin typeface="DM Sans"/>
                <a:ea typeface="DM Sans"/>
                <a:cs typeface="DM Sans"/>
                <a:sym typeface="DM Sans"/>
              </a:defRPr>
            </a:lvl5pPr>
            <a:lvl6pPr indent="-279400" lvl="5" marL="2743200" algn="ctr">
              <a:lnSpc>
                <a:spcPct val="115000"/>
              </a:lnSpc>
              <a:spcBef>
                <a:spcPts val="0"/>
              </a:spcBef>
              <a:spcAft>
                <a:spcPts val="0"/>
              </a:spcAft>
              <a:buSzPts val="800"/>
              <a:buFont typeface="DM Sans"/>
              <a:buChar char="■"/>
              <a:defRPr>
                <a:latin typeface="DM Sans"/>
                <a:ea typeface="DM Sans"/>
                <a:cs typeface="DM Sans"/>
                <a:sym typeface="DM Sans"/>
              </a:defRPr>
            </a:lvl6pPr>
            <a:lvl7pPr indent="-279400" lvl="6" marL="3200400" algn="ctr">
              <a:lnSpc>
                <a:spcPct val="115000"/>
              </a:lnSpc>
              <a:spcBef>
                <a:spcPts val="0"/>
              </a:spcBef>
              <a:spcAft>
                <a:spcPts val="0"/>
              </a:spcAft>
              <a:buSzPts val="800"/>
              <a:buFont typeface="DM Sans"/>
              <a:buChar char="●"/>
              <a:defRPr>
                <a:latin typeface="DM Sans"/>
                <a:ea typeface="DM Sans"/>
                <a:cs typeface="DM Sans"/>
                <a:sym typeface="DM Sans"/>
              </a:defRPr>
            </a:lvl7pPr>
            <a:lvl8pPr indent="-279400" lvl="7" marL="3657600" algn="ctr">
              <a:lnSpc>
                <a:spcPct val="115000"/>
              </a:lnSpc>
              <a:spcBef>
                <a:spcPts val="0"/>
              </a:spcBef>
              <a:spcAft>
                <a:spcPts val="0"/>
              </a:spcAft>
              <a:buSzPts val="800"/>
              <a:buFont typeface="DM Sans"/>
              <a:buChar char="○"/>
              <a:defRPr>
                <a:latin typeface="DM Sans"/>
                <a:ea typeface="DM Sans"/>
                <a:cs typeface="DM Sans"/>
                <a:sym typeface="DM Sans"/>
              </a:defRPr>
            </a:lvl8pPr>
            <a:lvl9pPr indent="-279400" lvl="8" marL="4114800" algn="ctr">
              <a:lnSpc>
                <a:spcPct val="115000"/>
              </a:lnSpc>
              <a:spcBef>
                <a:spcPts val="0"/>
              </a:spcBef>
              <a:spcAft>
                <a:spcPts val="0"/>
              </a:spcAft>
              <a:buSzPts val="800"/>
              <a:buFont typeface="DM Sans"/>
              <a:buChar char="■"/>
              <a:defRPr>
                <a:latin typeface="DM Sans"/>
                <a:ea typeface="DM Sans"/>
                <a:cs typeface="DM Sans"/>
                <a:sym typeface="DM Sans"/>
              </a:defRPr>
            </a:lvl9pPr>
          </a:lstStyle>
          <a:p/>
        </p:txBody>
      </p:sp>
      <p:sp>
        <p:nvSpPr>
          <p:cNvPr id="253" name="Google Shape;253;p54"/>
          <p:cNvSpPr txBox="1"/>
          <p:nvPr/>
        </p:nvSpPr>
        <p:spPr>
          <a:xfrm>
            <a:off x="4089213" y="4865700"/>
            <a:ext cx="1682400" cy="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DM Sans"/>
                <a:ea typeface="DM Sans"/>
                <a:cs typeface="DM Sans"/>
                <a:sym typeface="DM Sans"/>
              </a:rPr>
              <a:t>Confidential &amp; proprietary. For internal use only.</a:t>
            </a:r>
            <a:endParaRPr b="0" i="0" sz="600" u="none" cap="none" strike="noStrike">
              <a:solidFill>
                <a:schemeClr val="dk1"/>
              </a:solidFill>
              <a:latin typeface="DM Sans"/>
              <a:ea typeface="DM Sans"/>
              <a:cs typeface="DM Sans"/>
              <a:sym typeface="DM Sans"/>
            </a:endParaRPr>
          </a:p>
        </p:txBody>
      </p:sp>
      <p:sp>
        <p:nvSpPr>
          <p:cNvPr id="254" name="Google Shape;254;p54"/>
          <p:cNvSpPr txBox="1"/>
          <p:nvPr/>
        </p:nvSpPr>
        <p:spPr>
          <a:xfrm>
            <a:off x="8625625" y="4865700"/>
            <a:ext cx="289800" cy="924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chemeClr val="dk1"/>
                </a:solidFill>
                <a:latin typeface="DM Sans"/>
                <a:ea typeface="DM Sans"/>
                <a:cs typeface="DM Sans"/>
                <a:sym typeface="DM Sans"/>
              </a:rPr>
              <a:t>‹#›</a:t>
            </a:fld>
            <a:r>
              <a:rPr b="0" i="0" lang="en" sz="600" u="none" cap="none" strike="noStrike">
                <a:solidFill>
                  <a:schemeClr val="dk1"/>
                </a:solidFill>
                <a:latin typeface="DM Sans"/>
                <a:ea typeface="DM Sans"/>
                <a:cs typeface="DM Sans"/>
                <a:sym typeface="DM Sans"/>
              </a:rPr>
              <a:t> </a:t>
            </a:r>
            <a:endParaRPr b="0" i="0" sz="600" u="none" cap="none" strike="noStrike">
              <a:solidFill>
                <a:schemeClr val="dk1"/>
              </a:solidFill>
              <a:latin typeface="DM Sans"/>
              <a:ea typeface="DM Sans"/>
              <a:cs typeface="DM Sans"/>
              <a:sym typeface="DM Sans"/>
            </a:endParaRPr>
          </a:p>
        </p:txBody>
      </p:sp>
      <p:pic>
        <p:nvPicPr>
          <p:cNvPr id="255" name="Google Shape;255;p54"/>
          <p:cNvPicPr preferRelativeResize="0"/>
          <p:nvPr/>
        </p:nvPicPr>
        <p:blipFill rotWithShape="1">
          <a:blip r:embed="rId2">
            <a:alphaModFix/>
          </a:blip>
          <a:srcRect b="0" l="0" r="0" t="0"/>
          <a:stretch/>
        </p:blipFill>
        <p:spPr>
          <a:xfrm>
            <a:off x="228600" y="4741100"/>
            <a:ext cx="683397" cy="2345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1.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7.xml"/><Relationship Id="rId22" Type="http://schemas.openxmlformats.org/officeDocument/2006/relationships/slideLayout" Target="../slideLayouts/slideLayout49.xml"/><Relationship Id="rId21" Type="http://schemas.openxmlformats.org/officeDocument/2006/relationships/slideLayout" Target="../slideLayouts/slideLayout48.xml"/><Relationship Id="rId24" Type="http://schemas.openxmlformats.org/officeDocument/2006/relationships/slideLayout" Target="../slideLayouts/slideLayout51.xml"/><Relationship Id="rId23" Type="http://schemas.openxmlformats.org/officeDocument/2006/relationships/slideLayout" Target="../slideLayouts/slideLayout50.xml"/><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9" Type="http://schemas.openxmlformats.org/officeDocument/2006/relationships/slideLayout" Target="../slideLayouts/slideLayout36.xml"/><Relationship Id="rId26" Type="http://schemas.openxmlformats.org/officeDocument/2006/relationships/theme" Target="../theme/theme2.xml"/><Relationship Id="rId25" Type="http://schemas.openxmlformats.org/officeDocument/2006/relationships/slideLayout" Target="../slideLayouts/slideLayout52.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 Id="rId11" Type="http://schemas.openxmlformats.org/officeDocument/2006/relationships/slideLayout" Target="../slideLayouts/slideLayout38.xml"/><Relationship Id="rId10" Type="http://schemas.openxmlformats.org/officeDocument/2006/relationships/slideLayout" Target="../slideLayouts/slideLayout37.xml"/><Relationship Id="rId13" Type="http://schemas.openxmlformats.org/officeDocument/2006/relationships/slideLayout" Target="../slideLayouts/slideLayout40.xml"/><Relationship Id="rId12" Type="http://schemas.openxmlformats.org/officeDocument/2006/relationships/slideLayout" Target="../slideLayouts/slideLayout39.xml"/><Relationship Id="rId15" Type="http://schemas.openxmlformats.org/officeDocument/2006/relationships/slideLayout" Target="../slideLayouts/slideLayout42.xml"/><Relationship Id="rId14" Type="http://schemas.openxmlformats.org/officeDocument/2006/relationships/slideLayout" Target="../slideLayouts/slideLayout41.xml"/><Relationship Id="rId17" Type="http://schemas.openxmlformats.org/officeDocument/2006/relationships/slideLayout" Target="../slideLayouts/slideLayout44.xml"/><Relationship Id="rId16" Type="http://schemas.openxmlformats.org/officeDocument/2006/relationships/slideLayout" Target="../slideLayouts/slideLayout43.xml"/><Relationship Id="rId19" Type="http://schemas.openxmlformats.org/officeDocument/2006/relationships/slideLayout" Target="../slideLayouts/slideLayout46.xml"/><Relationship Id="rId18"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28600" y="342900"/>
            <a:ext cx="8686800" cy="572700"/>
          </a:xfrm>
          <a:prstGeom prst="rect">
            <a:avLst/>
          </a:prstGeom>
          <a:noFill/>
          <a:ln>
            <a:noFill/>
          </a:ln>
        </p:spPr>
        <p:txBody>
          <a:bodyPr anchorCtr="0" anchor="t" bIns="91425" lIns="91425" spcFirstLastPara="1" rIns="91425" wrap="square" tIns="91425">
            <a:noAutofit/>
          </a:bodyPr>
          <a:lstStyle>
            <a:lvl1pPr lvl="0" marR="0" rtl="0" algn="l">
              <a:lnSpc>
                <a:spcPct val="80000"/>
              </a:lnSpc>
              <a:spcBef>
                <a:spcPts val="0"/>
              </a:spcBef>
              <a:spcAft>
                <a:spcPts val="0"/>
              </a:spcAft>
              <a:buClr>
                <a:schemeClr val="dk1"/>
              </a:buClr>
              <a:buSzPts val="2800"/>
              <a:buFont typeface="DM Mono Medium"/>
              <a:buNone/>
              <a:defRPr b="0" i="0" sz="2800" u="none" cap="none" strike="noStrike">
                <a:solidFill>
                  <a:schemeClr val="dk1"/>
                </a:solidFill>
                <a:latin typeface="DM Mono Medium"/>
                <a:ea typeface="DM Mono Medium"/>
                <a:cs typeface="DM Mono Medium"/>
                <a:sym typeface="DM Mono Medium"/>
              </a:defRPr>
            </a:lvl1pPr>
            <a:lvl2pPr lvl="1"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2pPr>
            <a:lvl3pPr lvl="2"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3pPr>
            <a:lvl4pPr lvl="3"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4pPr>
            <a:lvl5pPr lvl="4"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5pPr>
            <a:lvl6pPr lvl="5"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6pPr>
            <a:lvl7pPr lvl="6"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7pPr>
            <a:lvl8pPr lvl="7"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8pPr>
            <a:lvl9pPr lvl="8"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9pPr>
          </a:lstStyle>
          <a:p/>
        </p:txBody>
      </p:sp>
      <p:sp>
        <p:nvSpPr>
          <p:cNvPr id="7" name="Google Shape;7;p1"/>
          <p:cNvSpPr txBox="1"/>
          <p:nvPr>
            <p:ph idx="1" type="body"/>
          </p:nvPr>
        </p:nvSpPr>
        <p:spPr>
          <a:xfrm>
            <a:off x="228600" y="1152475"/>
            <a:ext cx="52578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15000"/>
              </a:lnSpc>
              <a:spcBef>
                <a:spcPts val="0"/>
              </a:spcBef>
              <a:spcAft>
                <a:spcPts val="0"/>
              </a:spcAft>
              <a:buClr>
                <a:schemeClr val="dk1"/>
              </a:buClr>
              <a:buSzPts val="1200"/>
              <a:buFont typeface="DM Sans"/>
              <a:buChar char="●"/>
              <a:defRPr b="0" i="0" sz="1200" u="none" cap="none" strike="noStrike">
                <a:solidFill>
                  <a:schemeClr val="dk1"/>
                </a:solidFill>
                <a:latin typeface="DM Sans"/>
                <a:ea typeface="DM Sans"/>
                <a:cs typeface="DM Sans"/>
                <a:sym typeface="DM Sans"/>
              </a:defRPr>
            </a:lvl1pPr>
            <a:lvl2pPr indent="-279400" lvl="1" marL="9144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2pPr>
            <a:lvl3pPr indent="-279400" lvl="2" marL="13716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3pPr>
            <a:lvl4pPr indent="-279400" lvl="3" marL="18288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4pPr>
            <a:lvl5pPr indent="-279400" lvl="4" marL="22860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5pPr>
            <a:lvl6pPr indent="-279400" lvl="5" marL="27432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6pPr>
            <a:lvl7pPr indent="-279400" lvl="6" marL="32004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7pPr>
            <a:lvl8pPr indent="-279400" lvl="7" marL="36576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8pPr>
            <a:lvl9pPr indent="-279400" lvl="8" marL="41148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mc:AlternateContent>
    <mc:Choice Requires="p14">
      <p:transition spd="slow" p14:dur="1200">
        <p:fade thruBlk="1"/>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EA4335"/>
          </p15:clr>
        </p15:guide>
        <p15:guide id="2" pos="5616">
          <p15:clr>
            <a:srgbClr val="EA4335"/>
          </p15:clr>
        </p15:guide>
        <p15:guide id="3" orient="horz" pos="216">
          <p15:clr>
            <a:srgbClr val="EA4335"/>
          </p15:clr>
        </p15:guide>
        <p15:guide id="4" orient="horz" pos="3024">
          <p15:clr>
            <a:srgbClr val="EA4335"/>
          </p15:clr>
        </p15:guide>
        <p15:guide id="5" pos="3456">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137" name="Shape 137"/>
        <p:cNvGrpSpPr/>
        <p:nvPr/>
      </p:nvGrpSpPr>
      <p:grpSpPr>
        <a:xfrm>
          <a:off x="0" y="0"/>
          <a:ext cx="0" cy="0"/>
          <a:chOff x="0" y="0"/>
          <a:chExt cx="0" cy="0"/>
        </a:xfrm>
      </p:grpSpPr>
      <p:sp>
        <p:nvSpPr>
          <p:cNvPr id="138" name="Google Shape;138;p29"/>
          <p:cNvSpPr txBox="1"/>
          <p:nvPr>
            <p:ph type="title"/>
          </p:nvPr>
        </p:nvSpPr>
        <p:spPr>
          <a:xfrm>
            <a:off x="228600" y="342900"/>
            <a:ext cx="8686800" cy="572700"/>
          </a:xfrm>
          <a:prstGeom prst="rect">
            <a:avLst/>
          </a:prstGeom>
          <a:noFill/>
          <a:ln>
            <a:noFill/>
          </a:ln>
        </p:spPr>
        <p:txBody>
          <a:bodyPr anchorCtr="0" anchor="t" bIns="91425" lIns="91425" spcFirstLastPara="1" rIns="91425" wrap="square" tIns="91425">
            <a:noAutofit/>
          </a:bodyPr>
          <a:lstStyle>
            <a:lvl1pPr lvl="0" marR="0" rtl="0" algn="l">
              <a:lnSpc>
                <a:spcPct val="80000"/>
              </a:lnSpc>
              <a:spcBef>
                <a:spcPts val="0"/>
              </a:spcBef>
              <a:spcAft>
                <a:spcPts val="0"/>
              </a:spcAft>
              <a:buClr>
                <a:schemeClr val="dk1"/>
              </a:buClr>
              <a:buSzPts val="2800"/>
              <a:buFont typeface="DM Mono Medium"/>
              <a:buNone/>
              <a:defRPr b="0" i="0" sz="2800" u="none" cap="none" strike="noStrike">
                <a:solidFill>
                  <a:schemeClr val="dk1"/>
                </a:solidFill>
                <a:latin typeface="DM Mono Medium"/>
                <a:ea typeface="DM Mono Medium"/>
                <a:cs typeface="DM Mono Medium"/>
                <a:sym typeface="DM Mono Medium"/>
              </a:defRPr>
            </a:lvl1pPr>
            <a:lvl2pPr lvl="1"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2pPr>
            <a:lvl3pPr lvl="2"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3pPr>
            <a:lvl4pPr lvl="3"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4pPr>
            <a:lvl5pPr lvl="4"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5pPr>
            <a:lvl6pPr lvl="5"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6pPr>
            <a:lvl7pPr lvl="6"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7pPr>
            <a:lvl8pPr lvl="7"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8pPr>
            <a:lvl9pPr lvl="8" marR="0" rtl="0" algn="l">
              <a:lnSpc>
                <a:spcPct val="80000"/>
              </a:lnSpc>
              <a:spcBef>
                <a:spcPts val="0"/>
              </a:spcBef>
              <a:spcAft>
                <a:spcPts val="0"/>
              </a:spcAft>
              <a:buClr>
                <a:schemeClr val="dk1"/>
              </a:buClr>
              <a:buSzPts val="2800"/>
              <a:buFont typeface="Syne SemiBold"/>
              <a:buNone/>
              <a:defRPr b="0" i="0" sz="2800" u="none" cap="none" strike="noStrike">
                <a:solidFill>
                  <a:schemeClr val="dk1"/>
                </a:solidFill>
                <a:latin typeface="Syne SemiBold"/>
                <a:ea typeface="Syne SemiBold"/>
                <a:cs typeface="Syne SemiBold"/>
                <a:sym typeface="Syne SemiBold"/>
              </a:defRPr>
            </a:lvl9pPr>
          </a:lstStyle>
          <a:p/>
        </p:txBody>
      </p:sp>
      <p:sp>
        <p:nvSpPr>
          <p:cNvPr id="139" name="Google Shape;139;p29"/>
          <p:cNvSpPr txBox="1"/>
          <p:nvPr>
            <p:ph idx="1" type="body"/>
          </p:nvPr>
        </p:nvSpPr>
        <p:spPr>
          <a:xfrm>
            <a:off x="228600" y="1152475"/>
            <a:ext cx="52578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15000"/>
              </a:lnSpc>
              <a:spcBef>
                <a:spcPts val="0"/>
              </a:spcBef>
              <a:spcAft>
                <a:spcPts val="0"/>
              </a:spcAft>
              <a:buClr>
                <a:schemeClr val="dk1"/>
              </a:buClr>
              <a:buSzPts val="1200"/>
              <a:buFont typeface="DM Sans"/>
              <a:buChar char="●"/>
              <a:defRPr b="0" i="0" sz="1200" u="none" cap="none" strike="noStrike">
                <a:solidFill>
                  <a:schemeClr val="dk1"/>
                </a:solidFill>
                <a:latin typeface="DM Sans"/>
                <a:ea typeface="DM Sans"/>
                <a:cs typeface="DM Sans"/>
                <a:sym typeface="DM Sans"/>
              </a:defRPr>
            </a:lvl1pPr>
            <a:lvl2pPr indent="-279400" lvl="1" marL="9144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2pPr>
            <a:lvl3pPr indent="-279400" lvl="2" marL="13716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3pPr>
            <a:lvl4pPr indent="-279400" lvl="3" marL="18288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4pPr>
            <a:lvl5pPr indent="-279400" lvl="4" marL="22860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5pPr>
            <a:lvl6pPr indent="-279400" lvl="5" marL="27432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6pPr>
            <a:lvl7pPr indent="-279400" lvl="6" marL="32004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7pPr>
            <a:lvl8pPr indent="-279400" lvl="7" marL="36576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8pPr>
            <a:lvl9pPr indent="-279400" lvl="8" marL="4114800" marR="0" rtl="0" algn="l">
              <a:lnSpc>
                <a:spcPct val="115000"/>
              </a:lnSpc>
              <a:spcBef>
                <a:spcPts val="0"/>
              </a:spcBef>
              <a:spcAft>
                <a:spcPts val="0"/>
              </a:spcAft>
              <a:buClr>
                <a:schemeClr val="dk1"/>
              </a:buClr>
              <a:buSzPts val="800"/>
              <a:buFont typeface="DM Sans"/>
              <a:buChar char="■"/>
              <a:defRPr b="0" i="0" sz="800" u="none" cap="none" strike="noStrike">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Lst>
  <mc:AlternateContent>
    <mc:Choice Requires="p14">
      <p:transition spd="slow" p14:dur="1200">
        <p:fade thruBlk="1"/>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EA4335"/>
          </p15:clr>
        </p15:guide>
        <p15:guide id="2" pos="5616">
          <p15:clr>
            <a:srgbClr val="EA4335"/>
          </p15:clr>
        </p15:guide>
        <p15:guide id="3" orient="horz" pos="216">
          <p15:clr>
            <a:srgbClr val="EA4335"/>
          </p15:clr>
        </p15:guide>
        <p15:guide id="4" orient="horz" pos="3024">
          <p15:clr>
            <a:srgbClr val="EA4335"/>
          </p15:clr>
        </p15:guide>
        <p15:guide id="5" pos="3456">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xml"/><Relationship Id="rId3" Type="http://schemas.openxmlformats.org/officeDocument/2006/relationships/image" Target="../media/image3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1.png"/><Relationship Id="rId4" Type="http://schemas.openxmlformats.org/officeDocument/2006/relationships/image" Target="../media/image38.png"/><Relationship Id="rId5" Type="http://schemas.openxmlformats.org/officeDocument/2006/relationships/image" Target="../media/image3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3.png"/><Relationship Id="rId4" Type="http://schemas.openxmlformats.org/officeDocument/2006/relationships/image" Target="../media/image39.png"/><Relationship Id="rId5" Type="http://schemas.openxmlformats.org/officeDocument/2006/relationships/image" Target="../media/image30.png"/><Relationship Id="rId6"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3.png"/><Relationship Id="rId5" Type="http://schemas.openxmlformats.org/officeDocument/2006/relationships/image" Target="../media/image18.png"/><Relationship Id="rId6" Type="http://schemas.openxmlformats.org/officeDocument/2006/relationships/image" Target="../media/image23.png"/><Relationship Id="rId7"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1.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3.xml"/><Relationship Id="rId3" Type="http://schemas.openxmlformats.org/officeDocument/2006/relationships/hyperlink" Target="https://drive.google.com/file/d/1XYNHntpJrn84U_DcJ830ZnBvFtDoytz5/view?usp=drive_link" TargetMode="External"/><Relationship Id="rId4" Type="http://schemas.openxmlformats.org/officeDocument/2006/relationships/hyperlink" Target="https://kyriba-prod.highspot.com/items/68e7d5932e47804ba3a0784d?lfrm=shp.4" TargetMode="External"/><Relationship Id="rId9" Type="http://schemas.openxmlformats.org/officeDocument/2006/relationships/hyperlink" Target="https://info.kyriba.com/wbn/TAI-future-of-treasury?_gl=1*nz9guh*_gcl_aw*R0NMLjE3NTkyMjYwNzMuQ2p3S0NBandfLTNHQmhBWUVpd0FqaDlmVU1YVWNZR1ctaEh1Y1JtcDYwal9SVVVsdGhrLVlZSUJvc1gzWDU2YlNUd2FFaVNsRXlqRThCb0NzaTRRQXZEX0J3RQ..*_gcl_au*MTIwNjA4OTgxNC4xNzUyNzMxNTE1Ljg4NDgxMTQzMy4xNzU5MzgzODI3LjE3NTkzODM4Mjc.*_ga*MTg3OTc4MjExMi4xNzUwODQxNDUx*_ga_43NXQX1XL9*czE3NTk0MTE2NTYkbzI0OCRnMSR0MTc1OTQxMjUzOCRqNDAkbDAkaDQ1Mzk4NzQyOQ" TargetMode="External"/><Relationship Id="rId5" Type="http://schemas.openxmlformats.org/officeDocument/2006/relationships/hyperlink" Target="https://drive.google.com/file/d/1XYNHntpJrn84U_DcJ830ZnBvFtDoytz5/view" TargetMode="External"/><Relationship Id="rId6" Type="http://schemas.openxmlformats.org/officeDocument/2006/relationships/hyperlink" Target="https://www.kyriba.com/products/agentic-ai-tai/" TargetMode="External"/><Relationship Id="rId7" Type="http://schemas.openxmlformats.org/officeDocument/2006/relationships/hyperlink" Target="https://www.kyriba.com/blog/agentic-ai-tai-launch/" TargetMode="External"/><Relationship Id="rId8" Type="http://schemas.openxmlformats.org/officeDocument/2006/relationships/hyperlink" Target="https://info.kyriba.com/wbn/TAI-from-vision-to-reality" TargetMode="External"/><Relationship Id="rId11" Type="http://schemas.openxmlformats.org/officeDocument/2006/relationships/hyperlink" Target="https://docs.google.com/document/d/15CFMvP1m_f7o9ZlU6aiLRa1ENaZ5fDms-NSb3dOwFOk/edit?usp=sharing" TargetMode="External"/><Relationship Id="rId10" Type="http://schemas.openxmlformats.org/officeDocument/2006/relationships/hyperlink" Target="https://docs.google.com/document/d/1zkQPPi3JQ0qlKKRuNHGeONEq04gBvv5N/edi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kyriba.lightning.force.com/lightning/r/Product2/01tSb00000NH9srIAD/view"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7.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4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9" name="Shape 259"/>
        <p:cNvGrpSpPr/>
        <p:nvPr/>
      </p:nvGrpSpPr>
      <p:grpSpPr>
        <a:xfrm>
          <a:off x="0" y="0"/>
          <a:ext cx="0" cy="0"/>
          <a:chOff x="0" y="0"/>
          <a:chExt cx="0" cy="0"/>
        </a:xfrm>
      </p:grpSpPr>
      <p:sp>
        <p:nvSpPr>
          <p:cNvPr id="260" name="Google Shape;260;p55"/>
          <p:cNvSpPr txBox="1"/>
          <p:nvPr>
            <p:ph type="ctrTitle"/>
          </p:nvPr>
        </p:nvSpPr>
        <p:spPr>
          <a:xfrm>
            <a:off x="228600" y="308200"/>
            <a:ext cx="5260200" cy="14979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5200"/>
              <a:buNone/>
            </a:pPr>
            <a:r>
              <a:rPr lang="en"/>
              <a:t>TAI Pricing Handbook </a:t>
            </a:r>
            <a:endParaRPr/>
          </a:p>
        </p:txBody>
      </p:sp>
      <p:sp>
        <p:nvSpPr>
          <p:cNvPr id="261" name="Google Shape;261;p55"/>
          <p:cNvSpPr txBox="1"/>
          <p:nvPr>
            <p:ph idx="1" type="subTitle"/>
          </p:nvPr>
        </p:nvSpPr>
        <p:spPr>
          <a:xfrm>
            <a:off x="228600" y="1957275"/>
            <a:ext cx="5260200" cy="127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700"/>
              <a:buNone/>
            </a:pPr>
            <a:r>
              <a:rPr lang="en"/>
              <a:t>Tom Callway, VP Product Marketing</a:t>
            </a:r>
            <a:endParaRPr/>
          </a:p>
        </p:txBody>
      </p:sp>
      <p:sp>
        <p:nvSpPr>
          <p:cNvPr id="262" name="Google Shape;262;p55"/>
          <p:cNvSpPr txBox="1"/>
          <p:nvPr>
            <p:ph idx="1" type="subTitle"/>
          </p:nvPr>
        </p:nvSpPr>
        <p:spPr>
          <a:xfrm>
            <a:off x="7263375" y="308200"/>
            <a:ext cx="1751700" cy="5628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700"/>
              <a:buNone/>
            </a:pPr>
            <a:r>
              <a:rPr lang="en" sz="700"/>
              <a:t>NORAM - Oct 15</a:t>
            </a:r>
            <a:r>
              <a:rPr lang="en" sz="700"/>
              <a:t>, 2025</a:t>
            </a:r>
            <a:endParaRPr sz="700"/>
          </a:p>
          <a:p>
            <a:pPr indent="0" lvl="0" marL="0" rtl="0" algn="r">
              <a:lnSpc>
                <a:spcPct val="100000"/>
              </a:lnSpc>
              <a:spcBef>
                <a:spcPts val="0"/>
              </a:spcBef>
              <a:spcAft>
                <a:spcPts val="0"/>
              </a:spcAft>
              <a:buSzPts val="1700"/>
              <a:buNone/>
            </a:pPr>
            <a:r>
              <a:rPr lang="en" sz="700"/>
              <a:t>EMEA - Oct 17, 2025</a:t>
            </a:r>
            <a:endParaRPr sz="700"/>
          </a:p>
        </p:txBody>
      </p:sp>
      <p:cxnSp>
        <p:nvCxnSpPr>
          <p:cNvPr id="263" name="Google Shape;263;p55"/>
          <p:cNvCxnSpPr/>
          <p:nvPr/>
        </p:nvCxnSpPr>
        <p:spPr>
          <a:xfrm rot="10800000">
            <a:off x="8295525" y="345875"/>
            <a:ext cx="6303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56"/>
          <p:cNvSpPr txBox="1"/>
          <p:nvPr>
            <p:ph type="title"/>
          </p:nvPr>
        </p:nvSpPr>
        <p:spPr>
          <a:xfrm>
            <a:off x="228600" y="342900"/>
            <a:ext cx="8248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DM Mono Medium"/>
                <a:ea typeface="DM Mono Medium"/>
                <a:cs typeface="DM Mono Medium"/>
                <a:sym typeface="DM Mono Medium"/>
              </a:rPr>
              <a:t>What is TAI?</a:t>
            </a:r>
            <a:endParaRPr>
              <a:latin typeface="DM Mono Medium"/>
              <a:ea typeface="DM Mono Medium"/>
              <a:cs typeface="DM Mono Medium"/>
              <a:sym typeface="DM Mono Medium"/>
            </a:endParaRPr>
          </a:p>
        </p:txBody>
      </p:sp>
      <p:sp>
        <p:nvSpPr>
          <p:cNvPr id="269" name="Google Shape;269;p56"/>
          <p:cNvSpPr txBox="1"/>
          <p:nvPr/>
        </p:nvSpPr>
        <p:spPr>
          <a:xfrm>
            <a:off x="53525" y="1713925"/>
            <a:ext cx="5811600" cy="33318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Font typeface="DM Sans"/>
              <a:buChar char="●"/>
            </a:pPr>
            <a:r>
              <a:rPr lang="en" sz="1100">
                <a:solidFill>
                  <a:schemeClr val="dk1"/>
                </a:solidFill>
                <a:latin typeface="DM Sans"/>
                <a:ea typeface="DM Sans"/>
                <a:cs typeface="DM Sans"/>
                <a:sym typeface="DM Sans"/>
              </a:rPr>
              <a:t>Production* starts with two agents and more agents are planned in the pipeline: </a:t>
            </a:r>
            <a:endParaRPr sz="1100">
              <a:solidFill>
                <a:schemeClr val="dk1"/>
              </a:solidFill>
              <a:latin typeface="DM Sans"/>
              <a:ea typeface="DM Sans"/>
              <a:cs typeface="DM Sans"/>
              <a:sym typeface="DM Sans"/>
            </a:endParaRPr>
          </a:p>
          <a:p>
            <a:pPr indent="-298450" lvl="1" marL="914400" rtl="0" algn="l">
              <a:lnSpc>
                <a:spcPct val="115000"/>
              </a:lnSpc>
              <a:spcBef>
                <a:spcPts val="0"/>
              </a:spcBef>
              <a:spcAft>
                <a:spcPts val="0"/>
              </a:spcAft>
              <a:buClr>
                <a:schemeClr val="dk1"/>
              </a:buClr>
              <a:buSzPts val="1100"/>
              <a:buFont typeface="DM Sans"/>
              <a:buChar char="○"/>
            </a:pPr>
            <a:r>
              <a:rPr lang="en" sz="1100">
                <a:solidFill>
                  <a:schemeClr val="dk1"/>
                </a:solidFill>
                <a:latin typeface="DM Sans"/>
                <a:ea typeface="DM Sans"/>
                <a:cs typeface="DM Sans"/>
                <a:sym typeface="DM Sans"/>
              </a:rPr>
              <a:t>@treasury - run treasury actions and workflows.</a:t>
            </a:r>
            <a:endParaRPr sz="1100">
              <a:solidFill>
                <a:schemeClr val="dk1"/>
              </a:solidFill>
              <a:latin typeface="DM Sans"/>
              <a:ea typeface="DM Sans"/>
              <a:cs typeface="DM Sans"/>
              <a:sym typeface="DM Sans"/>
            </a:endParaRPr>
          </a:p>
          <a:p>
            <a:pPr indent="-298450" lvl="1" marL="914400" rtl="0" algn="l">
              <a:lnSpc>
                <a:spcPct val="115000"/>
              </a:lnSpc>
              <a:spcBef>
                <a:spcPts val="0"/>
              </a:spcBef>
              <a:spcAft>
                <a:spcPts val="0"/>
              </a:spcAft>
              <a:buClr>
                <a:schemeClr val="dk1"/>
              </a:buClr>
              <a:buSzPts val="1100"/>
              <a:buFont typeface="DM Sans"/>
              <a:buChar char="○"/>
            </a:pPr>
            <a:r>
              <a:rPr lang="en" sz="1100">
                <a:solidFill>
                  <a:schemeClr val="dk1"/>
                </a:solidFill>
                <a:latin typeface="DM Sans"/>
                <a:ea typeface="DM Sans"/>
                <a:cs typeface="DM Sans"/>
                <a:sym typeface="DM Sans"/>
              </a:rPr>
              <a:t>@help - 24x7 support and online helper </a:t>
            </a:r>
            <a:endParaRPr sz="1100" strike="sngStrike">
              <a:solidFill>
                <a:schemeClr val="dk1"/>
              </a:solidFill>
              <a:latin typeface="DM Sans"/>
              <a:ea typeface="DM Sans"/>
              <a:cs typeface="DM Sans"/>
              <a:sym typeface="DM Sans"/>
            </a:endParaRPr>
          </a:p>
          <a:p>
            <a:pPr indent="-298450" lvl="0" marL="457200" rtl="0" algn="l">
              <a:lnSpc>
                <a:spcPct val="115000"/>
              </a:lnSpc>
              <a:spcBef>
                <a:spcPts val="0"/>
              </a:spcBef>
              <a:spcAft>
                <a:spcPts val="0"/>
              </a:spcAft>
              <a:buSzPts val="1100"/>
              <a:buFont typeface="DM Sans"/>
              <a:buChar char="●"/>
            </a:pPr>
            <a:r>
              <a:rPr lang="en" sz="1100">
                <a:latin typeface="DM Sans"/>
                <a:ea typeface="DM Sans"/>
                <a:cs typeface="DM Sans"/>
                <a:sym typeface="DM Sans"/>
              </a:rPr>
              <a:t>TAI is part of our Trusted AI portfolio that includes Cash AI, Invoice AI, Fraud Detection AI</a:t>
            </a:r>
            <a:endParaRPr sz="1100">
              <a:latin typeface="DM Sans"/>
              <a:ea typeface="DM Sans"/>
              <a:cs typeface="DM Sans"/>
              <a:sym typeface="DM Sans"/>
            </a:endParaRPr>
          </a:p>
          <a:p>
            <a:pPr indent="-298450" lvl="0" marL="457200" rtl="0" algn="l">
              <a:lnSpc>
                <a:spcPct val="115000"/>
              </a:lnSpc>
              <a:spcBef>
                <a:spcPts val="0"/>
              </a:spcBef>
              <a:spcAft>
                <a:spcPts val="0"/>
              </a:spcAft>
              <a:buSzPts val="1100"/>
              <a:buFont typeface="DM Sans"/>
              <a:buChar char="●"/>
            </a:pPr>
            <a:r>
              <a:rPr lang="en" sz="1100">
                <a:latin typeface="DM Sans"/>
                <a:ea typeface="DM Sans"/>
                <a:cs typeface="DM Sans"/>
                <a:sym typeface="DM Sans"/>
              </a:rPr>
              <a:t>Understands treasury terms and context. </a:t>
            </a:r>
            <a:endParaRPr sz="1100">
              <a:latin typeface="DM Sans"/>
              <a:ea typeface="DM Sans"/>
              <a:cs typeface="DM Sans"/>
              <a:sym typeface="DM Sans"/>
            </a:endParaRPr>
          </a:p>
          <a:p>
            <a:pPr indent="-298450" lvl="0" marL="457200" rtl="0" algn="l">
              <a:lnSpc>
                <a:spcPct val="115000"/>
              </a:lnSpc>
              <a:spcBef>
                <a:spcPts val="0"/>
              </a:spcBef>
              <a:spcAft>
                <a:spcPts val="0"/>
              </a:spcAft>
              <a:buClr>
                <a:schemeClr val="dk1"/>
              </a:buClr>
              <a:buSzPts val="1100"/>
              <a:buFont typeface="DM Sans"/>
              <a:buChar char="●"/>
            </a:pPr>
            <a:r>
              <a:rPr lang="en" sz="1100">
                <a:solidFill>
                  <a:schemeClr val="dk1"/>
                </a:solidFill>
                <a:latin typeface="DM Sans"/>
                <a:ea typeface="DM Sans"/>
                <a:cs typeface="DM Sans"/>
                <a:sym typeface="DM Sans"/>
              </a:rPr>
              <a:t>Gives recommendations with clear explanations you can review.</a:t>
            </a:r>
            <a:endParaRPr sz="1100">
              <a:solidFill>
                <a:schemeClr val="dk1"/>
              </a:solidFill>
              <a:latin typeface="DM Sans"/>
              <a:ea typeface="DM Sans"/>
              <a:cs typeface="DM Sans"/>
              <a:sym typeface="DM Sans"/>
            </a:endParaRPr>
          </a:p>
          <a:p>
            <a:pPr indent="-298450" lvl="0" marL="457200" rtl="0" algn="l">
              <a:lnSpc>
                <a:spcPct val="115000"/>
              </a:lnSpc>
              <a:spcBef>
                <a:spcPts val="0"/>
              </a:spcBef>
              <a:spcAft>
                <a:spcPts val="0"/>
              </a:spcAft>
              <a:buSzPts val="1100"/>
              <a:buFont typeface="DM Sans"/>
              <a:buChar char="●"/>
            </a:pPr>
            <a:r>
              <a:rPr lang="en" sz="1100">
                <a:latin typeface="DM Sans"/>
                <a:ea typeface="DM Sans"/>
                <a:cs typeface="DM Sans"/>
                <a:sym typeface="DM Sans"/>
              </a:rPr>
              <a:t>Delivers results</a:t>
            </a:r>
            <a:endParaRPr sz="1100">
              <a:latin typeface="DM Sans"/>
              <a:ea typeface="DM Sans"/>
              <a:cs typeface="DM Sans"/>
              <a:sym typeface="DM Sans"/>
            </a:endParaRPr>
          </a:p>
          <a:p>
            <a:pPr indent="-298450" lvl="1" marL="914400" rtl="0" algn="l">
              <a:lnSpc>
                <a:spcPct val="115000"/>
              </a:lnSpc>
              <a:spcBef>
                <a:spcPts val="0"/>
              </a:spcBef>
              <a:spcAft>
                <a:spcPts val="0"/>
              </a:spcAft>
              <a:buSzPts val="1100"/>
              <a:buFont typeface="DM Sans"/>
              <a:buChar char="○"/>
            </a:pPr>
            <a:r>
              <a:rPr lang="en" sz="1100">
                <a:latin typeface="DM Sans"/>
                <a:ea typeface="DM Sans"/>
                <a:cs typeface="DM Sans"/>
                <a:sym typeface="DM Sans"/>
              </a:rPr>
              <a:t>Faster insights</a:t>
            </a:r>
            <a:endParaRPr sz="1100">
              <a:latin typeface="DM Sans"/>
              <a:ea typeface="DM Sans"/>
              <a:cs typeface="DM Sans"/>
              <a:sym typeface="DM Sans"/>
            </a:endParaRPr>
          </a:p>
          <a:p>
            <a:pPr indent="-298450" lvl="1" marL="914400" rtl="0" algn="l">
              <a:lnSpc>
                <a:spcPct val="115000"/>
              </a:lnSpc>
              <a:spcBef>
                <a:spcPts val="0"/>
              </a:spcBef>
              <a:spcAft>
                <a:spcPts val="0"/>
              </a:spcAft>
              <a:buSzPts val="1100"/>
              <a:buFont typeface="DM Sans"/>
              <a:buChar char="○"/>
            </a:pPr>
            <a:r>
              <a:rPr lang="en" sz="1100">
                <a:latin typeface="DM Sans"/>
                <a:ea typeface="DM Sans"/>
                <a:cs typeface="DM Sans"/>
                <a:sym typeface="DM Sans"/>
              </a:rPr>
              <a:t>Fewer manual steps </a:t>
            </a:r>
            <a:endParaRPr sz="1100">
              <a:latin typeface="DM Sans"/>
              <a:ea typeface="DM Sans"/>
              <a:cs typeface="DM Sans"/>
              <a:sym typeface="DM Sans"/>
            </a:endParaRPr>
          </a:p>
          <a:p>
            <a:pPr indent="-298450" lvl="1" marL="914400" rtl="0" algn="l">
              <a:lnSpc>
                <a:spcPct val="115000"/>
              </a:lnSpc>
              <a:spcBef>
                <a:spcPts val="0"/>
              </a:spcBef>
              <a:spcAft>
                <a:spcPts val="0"/>
              </a:spcAft>
              <a:buSzPts val="1100"/>
              <a:buFont typeface="DM Sans"/>
              <a:buChar char="○"/>
            </a:pPr>
            <a:r>
              <a:rPr lang="en" sz="1100">
                <a:latin typeface="DM Sans"/>
                <a:ea typeface="DM Sans"/>
                <a:cs typeface="DM Sans"/>
                <a:sym typeface="DM Sans"/>
              </a:rPr>
              <a:t>Improved forecast accuracy </a:t>
            </a:r>
            <a:endParaRPr sz="1100">
              <a:latin typeface="DM Sans"/>
              <a:ea typeface="DM Sans"/>
              <a:cs typeface="DM Sans"/>
              <a:sym typeface="DM Sans"/>
            </a:endParaRPr>
          </a:p>
          <a:p>
            <a:pPr indent="-298450" lvl="1" marL="914400" rtl="0" algn="l">
              <a:lnSpc>
                <a:spcPct val="115000"/>
              </a:lnSpc>
              <a:spcBef>
                <a:spcPts val="0"/>
              </a:spcBef>
              <a:spcAft>
                <a:spcPts val="0"/>
              </a:spcAft>
              <a:buSzPts val="1100"/>
              <a:buFont typeface="DM Sans"/>
              <a:buChar char="○"/>
            </a:pPr>
            <a:r>
              <a:rPr lang="en" sz="1100">
                <a:latin typeface="DM Sans"/>
                <a:ea typeface="DM Sans"/>
                <a:cs typeface="DM Sans"/>
                <a:sym typeface="DM Sans"/>
              </a:rPr>
              <a:t>Faster onboarding</a:t>
            </a:r>
            <a:endParaRPr sz="1100">
              <a:latin typeface="DM Sans"/>
              <a:ea typeface="DM Sans"/>
              <a:cs typeface="DM Sans"/>
              <a:sym typeface="DM Sans"/>
            </a:endParaRPr>
          </a:p>
          <a:p>
            <a:pPr indent="-298450" lvl="0" marL="457200" rtl="0" algn="l">
              <a:lnSpc>
                <a:spcPct val="115000"/>
              </a:lnSpc>
              <a:spcBef>
                <a:spcPts val="0"/>
              </a:spcBef>
              <a:spcAft>
                <a:spcPts val="0"/>
              </a:spcAft>
              <a:buSzPts val="1100"/>
              <a:buFont typeface="DM Sans"/>
              <a:buChar char="●"/>
            </a:pPr>
            <a:r>
              <a:rPr lang="en" sz="1100">
                <a:latin typeface="DM Sans"/>
                <a:ea typeface="DM Sans"/>
                <a:cs typeface="DM Sans"/>
                <a:sym typeface="DM Sans"/>
              </a:rPr>
              <a:t>TAI works only on the new UI - </a:t>
            </a:r>
            <a:r>
              <a:rPr lang="en" sz="1100">
                <a:latin typeface="DM Sans"/>
                <a:ea typeface="DM Sans"/>
                <a:cs typeface="DM Sans"/>
                <a:sym typeface="DM Sans"/>
              </a:rPr>
              <a:t>encourage</a:t>
            </a:r>
            <a:r>
              <a:rPr lang="en" sz="1100">
                <a:latin typeface="DM Sans"/>
                <a:ea typeface="DM Sans"/>
                <a:cs typeface="DM Sans"/>
                <a:sym typeface="DM Sans"/>
              </a:rPr>
              <a:t> your customers to upgrade</a:t>
            </a:r>
            <a:endParaRPr sz="1100">
              <a:latin typeface="DM Sans"/>
              <a:ea typeface="DM Sans"/>
              <a:cs typeface="DM Sans"/>
              <a:sym typeface="DM Sans"/>
            </a:endParaRPr>
          </a:p>
          <a:p>
            <a:pPr indent="0" lvl="0" marL="0" rtl="0" algn="l">
              <a:spcBef>
                <a:spcPts val="1200"/>
              </a:spcBef>
              <a:spcAft>
                <a:spcPts val="0"/>
              </a:spcAft>
              <a:buNone/>
            </a:pPr>
            <a:r>
              <a:rPr i="1" lang="en" sz="1000">
                <a:latin typeface="DM Sans"/>
                <a:ea typeface="DM Sans"/>
                <a:cs typeface="DM Sans"/>
                <a:sym typeface="DM Sans"/>
              </a:rPr>
              <a:t>*TAI is optimized for cash management queries at launch. For payments, the quality of the queries can vary for now. The team is working to bring it on par in the coming months. </a:t>
            </a:r>
            <a:endParaRPr i="1" sz="1000">
              <a:latin typeface="DM Sans"/>
              <a:ea typeface="DM Sans"/>
              <a:cs typeface="DM Sans"/>
              <a:sym typeface="DM Sans"/>
            </a:endParaRPr>
          </a:p>
          <a:p>
            <a:pPr indent="0" lvl="0" marL="0" rtl="0" algn="l">
              <a:spcBef>
                <a:spcPts val="0"/>
              </a:spcBef>
              <a:spcAft>
                <a:spcPts val="0"/>
              </a:spcAft>
              <a:buNone/>
            </a:pPr>
            <a:r>
              <a:t/>
            </a:r>
            <a:endParaRPr i="1" sz="1000">
              <a:latin typeface="DM Sans"/>
              <a:ea typeface="DM Sans"/>
              <a:cs typeface="DM Sans"/>
              <a:sym typeface="DM Sans"/>
            </a:endParaRPr>
          </a:p>
        </p:txBody>
      </p:sp>
      <p:sp>
        <p:nvSpPr>
          <p:cNvPr id="270" name="Google Shape;270;p56"/>
          <p:cNvSpPr txBox="1"/>
          <p:nvPr/>
        </p:nvSpPr>
        <p:spPr>
          <a:xfrm>
            <a:off x="156300" y="889225"/>
            <a:ext cx="5708700" cy="755400"/>
          </a:xfrm>
          <a:prstGeom prst="rect">
            <a:avLst/>
          </a:prstGeom>
          <a:solidFill>
            <a:schemeClr val="accent5"/>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DM Sans"/>
                <a:ea typeface="DM Sans"/>
                <a:cs typeface="DM Sans"/>
                <a:sym typeface="DM Sans"/>
              </a:rPr>
              <a:t>TAI is an agentic AI because it will plan and execute governed, multi‑step treasury workflows on trusted Kyriba data—with explainability, role‑based controls, and full auditability—rather than merely a AI chatbot responding to prompts.</a:t>
            </a:r>
            <a:endParaRPr b="1" sz="1000">
              <a:solidFill>
                <a:schemeClr val="dk1"/>
              </a:solidFill>
              <a:latin typeface="DM Sans"/>
              <a:ea typeface="DM Sans"/>
              <a:cs typeface="DM Sans"/>
              <a:sym typeface="DM Sans"/>
            </a:endParaRPr>
          </a:p>
        </p:txBody>
      </p:sp>
      <p:pic>
        <p:nvPicPr>
          <p:cNvPr id="271" name="Google Shape;271;p56" title="Screenshot 2025-11-16 at 11.33.38.png"/>
          <p:cNvPicPr preferRelativeResize="0"/>
          <p:nvPr/>
        </p:nvPicPr>
        <p:blipFill>
          <a:blip r:embed="rId3">
            <a:alphaModFix/>
          </a:blip>
          <a:stretch>
            <a:fillRect/>
          </a:stretch>
        </p:blipFill>
        <p:spPr>
          <a:xfrm>
            <a:off x="6034376" y="486150"/>
            <a:ext cx="2821925" cy="431446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57"/>
          <p:cNvSpPr txBox="1"/>
          <p:nvPr>
            <p:ph type="title"/>
          </p:nvPr>
        </p:nvSpPr>
        <p:spPr>
          <a:xfrm>
            <a:off x="228600" y="342900"/>
            <a:ext cx="8686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800"/>
              <a:t>Optimized Workflows: Net New &amp; Existing</a:t>
            </a:r>
            <a:endParaRPr sz="2800"/>
          </a:p>
        </p:txBody>
      </p:sp>
      <p:sp>
        <p:nvSpPr>
          <p:cNvPr id="277" name="Google Shape;277;p57"/>
          <p:cNvSpPr txBox="1"/>
          <p:nvPr/>
        </p:nvSpPr>
        <p:spPr>
          <a:xfrm>
            <a:off x="260900" y="934675"/>
            <a:ext cx="3730500" cy="2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DM Sans"/>
                <a:ea typeface="DM Sans"/>
                <a:cs typeface="DM Sans"/>
                <a:sym typeface="DM Sans"/>
              </a:rPr>
              <a:t>Q: What are my bank balances today in the US?</a:t>
            </a:r>
            <a:endParaRPr sz="1100">
              <a:solidFill>
                <a:schemeClr val="dk1"/>
              </a:solidFill>
              <a:latin typeface="DM Sans"/>
              <a:ea typeface="DM Sans"/>
              <a:cs typeface="DM Sans"/>
              <a:sym typeface="DM Sans"/>
            </a:endParaRPr>
          </a:p>
        </p:txBody>
      </p:sp>
      <p:pic>
        <p:nvPicPr>
          <p:cNvPr id="278" name="Google Shape;278;p57"/>
          <p:cNvPicPr preferRelativeResize="0"/>
          <p:nvPr/>
        </p:nvPicPr>
        <p:blipFill>
          <a:blip r:embed="rId3">
            <a:alphaModFix/>
          </a:blip>
          <a:stretch>
            <a:fillRect/>
          </a:stretch>
        </p:blipFill>
        <p:spPr>
          <a:xfrm>
            <a:off x="676600" y="1560524"/>
            <a:ext cx="2281543" cy="3291999"/>
          </a:xfrm>
          <a:prstGeom prst="rect">
            <a:avLst/>
          </a:prstGeom>
          <a:noFill/>
          <a:ln>
            <a:noFill/>
          </a:ln>
        </p:spPr>
      </p:pic>
      <p:pic>
        <p:nvPicPr>
          <p:cNvPr id="279" name="Google Shape;279;p57"/>
          <p:cNvPicPr preferRelativeResize="0"/>
          <p:nvPr/>
        </p:nvPicPr>
        <p:blipFill>
          <a:blip r:embed="rId4">
            <a:alphaModFix/>
          </a:blip>
          <a:stretch>
            <a:fillRect/>
          </a:stretch>
        </p:blipFill>
        <p:spPr>
          <a:xfrm>
            <a:off x="4017118" y="1035025"/>
            <a:ext cx="4947973" cy="3444426"/>
          </a:xfrm>
          <a:prstGeom prst="rect">
            <a:avLst/>
          </a:prstGeom>
          <a:noFill/>
          <a:ln>
            <a:noFill/>
          </a:ln>
        </p:spPr>
      </p:pic>
      <p:sp>
        <p:nvSpPr>
          <p:cNvPr id="280" name="Google Shape;280;p57"/>
          <p:cNvSpPr/>
          <p:nvPr/>
        </p:nvSpPr>
        <p:spPr>
          <a:xfrm>
            <a:off x="5379550" y="1217550"/>
            <a:ext cx="652200" cy="142800"/>
          </a:xfrm>
          <a:prstGeom prst="rect">
            <a:avLst/>
          </a:prstGeom>
          <a:noFill/>
          <a:ln cap="flat" cmpd="sng" w="9525">
            <a:solidFill>
              <a:srgbClr val="FF288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281" name="Google Shape;281;p57"/>
          <p:cNvPicPr preferRelativeResize="0"/>
          <p:nvPr/>
        </p:nvPicPr>
        <p:blipFill>
          <a:blip r:embed="rId5">
            <a:alphaModFix/>
          </a:blip>
          <a:stretch>
            <a:fillRect/>
          </a:stretch>
        </p:blipFill>
        <p:spPr>
          <a:xfrm>
            <a:off x="6655722" y="1217547"/>
            <a:ext cx="1851150" cy="874850"/>
          </a:xfrm>
          <a:prstGeom prst="rect">
            <a:avLst/>
          </a:prstGeom>
          <a:noFill/>
          <a:ln>
            <a:noFill/>
          </a:ln>
        </p:spPr>
      </p:pic>
      <p:cxnSp>
        <p:nvCxnSpPr>
          <p:cNvPr id="282" name="Google Shape;282;p57"/>
          <p:cNvCxnSpPr>
            <a:stCxn id="280" idx="3"/>
            <a:endCxn id="283" idx="1"/>
          </p:cNvCxnSpPr>
          <p:nvPr/>
        </p:nvCxnSpPr>
        <p:spPr>
          <a:xfrm>
            <a:off x="6031750" y="1288950"/>
            <a:ext cx="1034400" cy="618300"/>
          </a:xfrm>
          <a:prstGeom prst="straightConnector1">
            <a:avLst/>
          </a:prstGeom>
          <a:noFill/>
          <a:ln cap="flat" cmpd="sng" w="9525">
            <a:solidFill>
              <a:schemeClr val="accent2"/>
            </a:solidFill>
            <a:prstDash val="solid"/>
            <a:round/>
            <a:headEnd len="med" w="med" type="none"/>
            <a:tailEnd len="med" w="med" type="triangle"/>
          </a:ln>
        </p:spPr>
      </p:cxnSp>
      <p:sp>
        <p:nvSpPr>
          <p:cNvPr id="283" name="Google Shape;283;p57"/>
          <p:cNvSpPr/>
          <p:nvPr/>
        </p:nvSpPr>
        <p:spPr>
          <a:xfrm>
            <a:off x="7066275" y="1835850"/>
            <a:ext cx="652200" cy="142800"/>
          </a:xfrm>
          <a:prstGeom prst="rect">
            <a:avLst/>
          </a:prstGeom>
          <a:noFill/>
          <a:ln cap="flat" cmpd="sng" w="9525">
            <a:solidFill>
              <a:srgbClr val="FF288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84" name="Google Shape;284;p57"/>
          <p:cNvSpPr/>
          <p:nvPr/>
        </p:nvSpPr>
        <p:spPr>
          <a:xfrm>
            <a:off x="4245900" y="2752325"/>
            <a:ext cx="909900" cy="142800"/>
          </a:xfrm>
          <a:prstGeom prst="rect">
            <a:avLst/>
          </a:prstGeom>
          <a:noFill/>
          <a:ln cap="flat" cmpd="sng" w="9525">
            <a:solidFill>
              <a:srgbClr val="FF288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85" name="Google Shape;285;p57"/>
          <p:cNvSpPr/>
          <p:nvPr/>
        </p:nvSpPr>
        <p:spPr>
          <a:xfrm>
            <a:off x="4017125" y="2650050"/>
            <a:ext cx="169800" cy="142800"/>
          </a:xfrm>
          <a:prstGeom prst="rect">
            <a:avLst/>
          </a:prstGeom>
          <a:noFill/>
          <a:ln cap="flat" cmpd="sng" w="9525">
            <a:solidFill>
              <a:srgbClr val="FF288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286" name="Google Shape;286;p57"/>
          <p:cNvCxnSpPr>
            <a:stCxn id="284" idx="0"/>
            <a:endCxn id="280" idx="1"/>
          </p:cNvCxnSpPr>
          <p:nvPr/>
        </p:nvCxnSpPr>
        <p:spPr>
          <a:xfrm flipH="1" rot="10800000">
            <a:off x="4700850" y="1288925"/>
            <a:ext cx="678600" cy="1463400"/>
          </a:xfrm>
          <a:prstGeom prst="straightConnector1">
            <a:avLst/>
          </a:prstGeom>
          <a:noFill/>
          <a:ln cap="flat" cmpd="sng" w="9525">
            <a:solidFill>
              <a:schemeClr val="accent2"/>
            </a:solidFill>
            <a:prstDash val="solid"/>
            <a:round/>
            <a:headEnd len="med" w="med" type="none"/>
            <a:tailEnd len="med" w="med" type="triangle"/>
          </a:ln>
        </p:spPr>
      </p:cxnSp>
      <p:cxnSp>
        <p:nvCxnSpPr>
          <p:cNvPr id="287" name="Google Shape;287;p57"/>
          <p:cNvCxnSpPr>
            <a:stCxn id="285" idx="3"/>
            <a:endCxn id="284" idx="1"/>
          </p:cNvCxnSpPr>
          <p:nvPr/>
        </p:nvCxnSpPr>
        <p:spPr>
          <a:xfrm>
            <a:off x="4186925" y="2721450"/>
            <a:ext cx="59100" cy="102300"/>
          </a:xfrm>
          <a:prstGeom prst="straightConnector1">
            <a:avLst/>
          </a:prstGeom>
          <a:noFill/>
          <a:ln cap="flat" cmpd="sng" w="9525">
            <a:solidFill>
              <a:schemeClr val="accent2"/>
            </a:solidFill>
            <a:prstDash val="solid"/>
            <a:round/>
            <a:headEnd len="med" w="med" type="none"/>
            <a:tailEnd len="med" w="med" type="triangle"/>
          </a:ln>
        </p:spPr>
      </p:cxnSp>
      <p:sp>
        <p:nvSpPr>
          <p:cNvPr id="288" name="Google Shape;288;p57"/>
          <p:cNvSpPr/>
          <p:nvPr/>
        </p:nvSpPr>
        <p:spPr>
          <a:xfrm>
            <a:off x="6827325" y="3978400"/>
            <a:ext cx="652200" cy="142800"/>
          </a:xfrm>
          <a:prstGeom prst="rect">
            <a:avLst/>
          </a:prstGeom>
          <a:noFill/>
          <a:ln cap="flat" cmpd="sng" w="9525">
            <a:solidFill>
              <a:srgbClr val="FF288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89" name="Google Shape;289;p57"/>
          <p:cNvSpPr/>
          <p:nvPr/>
        </p:nvSpPr>
        <p:spPr>
          <a:xfrm>
            <a:off x="1111975" y="3949274"/>
            <a:ext cx="499200" cy="1428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290" name="Google Shape;290;p57"/>
          <p:cNvCxnSpPr>
            <a:stCxn id="283" idx="2"/>
            <a:endCxn id="288" idx="0"/>
          </p:cNvCxnSpPr>
          <p:nvPr/>
        </p:nvCxnSpPr>
        <p:spPr>
          <a:xfrm flipH="1">
            <a:off x="7153575" y="1978650"/>
            <a:ext cx="238800" cy="1999800"/>
          </a:xfrm>
          <a:prstGeom prst="straightConnector1">
            <a:avLst/>
          </a:prstGeom>
          <a:noFill/>
          <a:ln cap="flat" cmpd="sng" w="9525">
            <a:solidFill>
              <a:schemeClr val="accent2"/>
            </a:solidFill>
            <a:prstDash val="solid"/>
            <a:round/>
            <a:headEnd len="med" w="med" type="none"/>
            <a:tailEnd len="med" w="med" type="triangle"/>
          </a:ln>
        </p:spPr>
      </p:cxnSp>
      <p:cxnSp>
        <p:nvCxnSpPr>
          <p:cNvPr id="291" name="Google Shape;291;p57"/>
          <p:cNvCxnSpPr>
            <a:stCxn id="288" idx="1"/>
            <a:endCxn id="289" idx="3"/>
          </p:cNvCxnSpPr>
          <p:nvPr/>
        </p:nvCxnSpPr>
        <p:spPr>
          <a:xfrm rot="10800000">
            <a:off x="1611225" y="4020700"/>
            <a:ext cx="5216100" cy="29100"/>
          </a:xfrm>
          <a:prstGeom prst="straightConnector1">
            <a:avLst/>
          </a:prstGeom>
          <a:noFill/>
          <a:ln cap="flat" cmpd="sng" w="9525">
            <a:solidFill>
              <a:schemeClr val="accent1"/>
            </a:solidFill>
            <a:prstDash val="lgDash"/>
            <a:round/>
            <a:headEnd len="med" w="med" type="none"/>
            <a:tailEnd len="med" w="med" type="triangle"/>
          </a:ln>
        </p:spPr>
      </p:cxnSp>
      <p:sp>
        <p:nvSpPr>
          <p:cNvPr id="292" name="Google Shape;292;p57"/>
          <p:cNvSpPr/>
          <p:nvPr/>
        </p:nvSpPr>
        <p:spPr>
          <a:xfrm>
            <a:off x="1214675" y="1660374"/>
            <a:ext cx="1713600" cy="1716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293" name="Google Shape;293;p57"/>
          <p:cNvCxnSpPr>
            <a:stCxn id="292" idx="2"/>
            <a:endCxn id="289" idx="0"/>
          </p:cNvCxnSpPr>
          <p:nvPr/>
        </p:nvCxnSpPr>
        <p:spPr>
          <a:xfrm flipH="1">
            <a:off x="1361675" y="1831974"/>
            <a:ext cx="709800" cy="2117400"/>
          </a:xfrm>
          <a:prstGeom prst="straightConnector1">
            <a:avLst/>
          </a:prstGeom>
          <a:noFill/>
          <a:ln cap="flat" cmpd="sng" w="9525">
            <a:solidFill>
              <a:srgbClr val="0000FF"/>
            </a:solidFill>
            <a:prstDash val="solid"/>
            <a:round/>
            <a:headEnd len="med" w="med" type="none"/>
            <a:tailEnd len="med" w="med" type="triangle"/>
          </a:ln>
        </p:spPr>
      </p:cxnSp>
      <p:sp>
        <p:nvSpPr>
          <p:cNvPr id="294" name="Google Shape;294;p57"/>
          <p:cNvSpPr txBox="1"/>
          <p:nvPr/>
        </p:nvSpPr>
        <p:spPr>
          <a:xfrm>
            <a:off x="960175" y="1511299"/>
            <a:ext cx="192000" cy="1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0000FF"/>
                </a:solidFill>
                <a:latin typeface="DM Mono"/>
                <a:ea typeface="DM Mono"/>
                <a:cs typeface="DM Mono"/>
                <a:sym typeface="DM Mono"/>
              </a:rPr>
              <a:t>1</a:t>
            </a:r>
            <a:endParaRPr b="1" sz="1200">
              <a:solidFill>
                <a:srgbClr val="0000FF"/>
              </a:solidFill>
              <a:latin typeface="DM Mono"/>
              <a:ea typeface="DM Mono"/>
              <a:cs typeface="DM Mono"/>
              <a:sym typeface="DM Mono"/>
            </a:endParaRPr>
          </a:p>
        </p:txBody>
      </p:sp>
      <p:sp>
        <p:nvSpPr>
          <p:cNvPr id="295" name="Google Shape;295;p57"/>
          <p:cNvSpPr txBox="1"/>
          <p:nvPr/>
        </p:nvSpPr>
        <p:spPr>
          <a:xfrm>
            <a:off x="1549500" y="3751474"/>
            <a:ext cx="192000" cy="195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0000FF"/>
                </a:solidFill>
                <a:latin typeface="DM Mono"/>
                <a:ea typeface="DM Mono"/>
                <a:cs typeface="DM Mono"/>
                <a:sym typeface="DM Mono"/>
              </a:rPr>
              <a:t>2</a:t>
            </a:r>
            <a:endParaRPr b="1" sz="1200">
              <a:solidFill>
                <a:srgbClr val="0000FF"/>
              </a:solidFill>
              <a:latin typeface="DM Mono"/>
              <a:ea typeface="DM Mono"/>
              <a:cs typeface="DM Mono"/>
              <a:sym typeface="DM Mono"/>
            </a:endParaRPr>
          </a:p>
        </p:txBody>
      </p:sp>
      <p:sp>
        <p:nvSpPr>
          <p:cNvPr id="296" name="Google Shape;296;p57"/>
          <p:cNvSpPr txBox="1"/>
          <p:nvPr/>
        </p:nvSpPr>
        <p:spPr>
          <a:xfrm>
            <a:off x="3799450" y="2526150"/>
            <a:ext cx="192000" cy="1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accent2"/>
                </a:solidFill>
                <a:latin typeface="DM Mono"/>
                <a:ea typeface="DM Mono"/>
                <a:cs typeface="DM Mono"/>
                <a:sym typeface="DM Mono"/>
              </a:rPr>
              <a:t>1</a:t>
            </a:r>
            <a:endParaRPr b="1" sz="1200">
              <a:solidFill>
                <a:schemeClr val="accent2"/>
              </a:solidFill>
              <a:latin typeface="DM Mono"/>
              <a:ea typeface="DM Mono"/>
              <a:cs typeface="DM Mono"/>
              <a:sym typeface="DM Mono"/>
            </a:endParaRPr>
          </a:p>
        </p:txBody>
      </p:sp>
      <p:sp>
        <p:nvSpPr>
          <p:cNvPr id="297" name="Google Shape;297;p57"/>
          <p:cNvSpPr txBox="1"/>
          <p:nvPr/>
        </p:nvSpPr>
        <p:spPr>
          <a:xfrm>
            <a:off x="4963800" y="2930775"/>
            <a:ext cx="192000" cy="1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accent2"/>
                </a:solidFill>
                <a:latin typeface="DM Mono"/>
                <a:ea typeface="DM Mono"/>
                <a:cs typeface="DM Mono"/>
                <a:sym typeface="DM Mono"/>
              </a:rPr>
              <a:t>2</a:t>
            </a:r>
            <a:endParaRPr b="1" sz="1200">
              <a:solidFill>
                <a:schemeClr val="accent2"/>
              </a:solidFill>
              <a:latin typeface="DM Mono"/>
              <a:ea typeface="DM Mono"/>
              <a:cs typeface="DM Mono"/>
              <a:sym typeface="DM Mono"/>
            </a:endParaRPr>
          </a:p>
        </p:txBody>
      </p:sp>
      <p:sp>
        <p:nvSpPr>
          <p:cNvPr id="298" name="Google Shape;298;p57"/>
          <p:cNvSpPr txBox="1"/>
          <p:nvPr/>
        </p:nvSpPr>
        <p:spPr>
          <a:xfrm>
            <a:off x="5155800" y="1066825"/>
            <a:ext cx="192000" cy="1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accent2"/>
                </a:solidFill>
                <a:latin typeface="DM Mono"/>
                <a:ea typeface="DM Mono"/>
                <a:cs typeface="DM Mono"/>
                <a:sym typeface="DM Mono"/>
              </a:rPr>
              <a:t>3</a:t>
            </a:r>
            <a:endParaRPr b="1" sz="1200">
              <a:solidFill>
                <a:schemeClr val="accent2"/>
              </a:solidFill>
              <a:latin typeface="DM Mono"/>
              <a:ea typeface="DM Mono"/>
              <a:cs typeface="DM Mono"/>
              <a:sym typeface="DM Mono"/>
            </a:endParaRPr>
          </a:p>
        </p:txBody>
      </p:sp>
      <p:sp>
        <p:nvSpPr>
          <p:cNvPr id="299" name="Google Shape;299;p57"/>
          <p:cNvSpPr txBox="1"/>
          <p:nvPr/>
        </p:nvSpPr>
        <p:spPr>
          <a:xfrm>
            <a:off x="7057425" y="1608550"/>
            <a:ext cx="192000" cy="1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accent2"/>
                </a:solidFill>
                <a:latin typeface="DM Mono"/>
                <a:ea typeface="DM Mono"/>
                <a:cs typeface="DM Mono"/>
                <a:sym typeface="DM Mono"/>
              </a:rPr>
              <a:t>4</a:t>
            </a:r>
            <a:endParaRPr b="1" sz="1200">
              <a:solidFill>
                <a:schemeClr val="accent2"/>
              </a:solidFill>
              <a:latin typeface="DM Mono"/>
              <a:ea typeface="DM Mono"/>
              <a:cs typeface="DM Mono"/>
              <a:sym typeface="DM Mono"/>
            </a:endParaRPr>
          </a:p>
        </p:txBody>
      </p:sp>
      <p:sp>
        <p:nvSpPr>
          <p:cNvPr id="300" name="Google Shape;300;p57"/>
          <p:cNvSpPr txBox="1"/>
          <p:nvPr/>
        </p:nvSpPr>
        <p:spPr>
          <a:xfrm>
            <a:off x="7392375" y="3729500"/>
            <a:ext cx="192000" cy="1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accent2"/>
                </a:solidFill>
                <a:latin typeface="DM Mono"/>
                <a:ea typeface="DM Mono"/>
                <a:cs typeface="DM Mono"/>
                <a:sym typeface="DM Mono"/>
              </a:rPr>
              <a:t>5</a:t>
            </a:r>
            <a:endParaRPr b="1" sz="1200">
              <a:solidFill>
                <a:schemeClr val="accent2"/>
              </a:solidFill>
              <a:latin typeface="DM Mono"/>
              <a:ea typeface="DM Mono"/>
              <a:cs typeface="DM Mono"/>
              <a:sym typeface="DM Mono"/>
            </a:endParaRPr>
          </a:p>
        </p:txBody>
      </p:sp>
      <p:sp>
        <p:nvSpPr>
          <p:cNvPr id="301" name="Google Shape;301;p57"/>
          <p:cNvSpPr txBox="1"/>
          <p:nvPr/>
        </p:nvSpPr>
        <p:spPr>
          <a:xfrm>
            <a:off x="4017125" y="4541450"/>
            <a:ext cx="4947900" cy="142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accent2"/>
                </a:solidFill>
                <a:latin typeface="DM Sans"/>
                <a:ea typeface="DM Sans"/>
                <a:cs typeface="DM Sans"/>
                <a:sym typeface="DM Sans"/>
              </a:rPr>
              <a:t>Without TAI (Time varies by user)</a:t>
            </a:r>
            <a:endParaRPr b="1" sz="1200">
              <a:solidFill>
                <a:schemeClr val="accent2"/>
              </a:solidFill>
              <a:latin typeface="DM Sans"/>
              <a:ea typeface="DM Sans"/>
              <a:cs typeface="DM Sans"/>
              <a:sym typeface="DM Sans"/>
            </a:endParaRPr>
          </a:p>
        </p:txBody>
      </p:sp>
      <p:sp>
        <p:nvSpPr>
          <p:cNvPr id="302" name="Google Shape;302;p57"/>
          <p:cNvSpPr txBox="1"/>
          <p:nvPr/>
        </p:nvSpPr>
        <p:spPr>
          <a:xfrm>
            <a:off x="195700" y="1304549"/>
            <a:ext cx="3168300" cy="17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0000FF"/>
                </a:solidFill>
                <a:latin typeface="DM Sans"/>
                <a:ea typeface="DM Sans"/>
                <a:cs typeface="DM Sans"/>
                <a:sym typeface="DM Sans"/>
              </a:rPr>
              <a:t>With TAI (~5 secs)</a:t>
            </a:r>
            <a:endParaRPr b="1" sz="1200">
              <a:solidFill>
                <a:srgbClr val="0000FF"/>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id="307" name="Google Shape;307;p58"/>
          <p:cNvPicPr preferRelativeResize="0"/>
          <p:nvPr/>
        </p:nvPicPr>
        <p:blipFill>
          <a:blip r:embed="rId3">
            <a:alphaModFix/>
          </a:blip>
          <a:stretch>
            <a:fillRect/>
          </a:stretch>
        </p:blipFill>
        <p:spPr>
          <a:xfrm>
            <a:off x="3827950" y="934675"/>
            <a:ext cx="5316050" cy="3831154"/>
          </a:xfrm>
          <a:prstGeom prst="rect">
            <a:avLst/>
          </a:prstGeom>
          <a:noFill/>
          <a:ln>
            <a:noFill/>
          </a:ln>
        </p:spPr>
      </p:pic>
      <p:pic>
        <p:nvPicPr>
          <p:cNvPr id="308" name="Google Shape;308;p58"/>
          <p:cNvPicPr preferRelativeResize="0"/>
          <p:nvPr/>
        </p:nvPicPr>
        <p:blipFill>
          <a:blip r:embed="rId4">
            <a:alphaModFix/>
          </a:blip>
          <a:stretch>
            <a:fillRect/>
          </a:stretch>
        </p:blipFill>
        <p:spPr>
          <a:xfrm>
            <a:off x="792178" y="1571925"/>
            <a:ext cx="2787215" cy="3444425"/>
          </a:xfrm>
          <a:prstGeom prst="rect">
            <a:avLst/>
          </a:prstGeom>
          <a:noFill/>
          <a:ln>
            <a:noFill/>
          </a:ln>
        </p:spPr>
      </p:pic>
      <p:sp>
        <p:nvSpPr>
          <p:cNvPr id="309" name="Google Shape;309;p58"/>
          <p:cNvSpPr txBox="1"/>
          <p:nvPr>
            <p:ph type="title"/>
          </p:nvPr>
        </p:nvSpPr>
        <p:spPr>
          <a:xfrm>
            <a:off x="228600" y="342900"/>
            <a:ext cx="8686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800"/>
              <a:t>Accelerated Onboarding &amp; Utilization</a:t>
            </a:r>
            <a:endParaRPr sz="2800"/>
          </a:p>
        </p:txBody>
      </p:sp>
      <p:sp>
        <p:nvSpPr>
          <p:cNvPr id="310" name="Google Shape;310;p58"/>
          <p:cNvSpPr txBox="1"/>
          <p:nvPr/>
        </p:nvSpPr>
        <p:spPr>
          <a:xfrm>
            <a:off x="173925" y="866325"/>
            <a:ext cx="3843300" cy="45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DM Sans"/>
                <a:ea typeface="DM Sans"/>
                <a:cs typeface="DM Sans"/>
                <a:sym typeface="DM Sans"/>
              </a:rPr>
              <a:t>Q: How do I make a payment?</a:t>
            </a:r>
            <a:endParaRPr b="1" sz="1200">
              <a:solidFill>
                <a:schemeClr val="dk1"/>
              </a:solidFill>
              <a:latin typeface="DM Sans"/>
              <a:ea typeface="DM Sans"/>
              <a:cs typeface="DM Sans"/>
              <a:sym typeface="DM Sans"/>
            </a:endParaRPr>
          </a:p>
          <a:p>
            <a:pPr indent="-304800" lvl="0" marL="457200" rtl="0" algn="l">
              <a:spcBef>
                <a:spcPts val="0"/>
              </a:spcBef>
              <a:spcAft>
                <a:spcPts val="0"/>
              </a:spcAft>
              <a:buClr>
                <a:schemeClr val="dk1"/>
              </a:buClr>
              <a:buSzPts val="1200"/>
              <a:buFont typeface="DM Sans"/>
              <a:buChar char="●"/>
            </a:pPr>
            <a:r>
              <a:rPr lang="en" sz="1200">
                <a:solidFill>
                  <a:schemeClr val="dk1"/>
                </a:solidFill>
                <a:latin typeface="DM Sans"/>
                <a:ea typeface="DM Sans"/>
                <a:cs typeface="DM Sans"/>
                <a:sym typeface="DM Sans"/>
              </a:rPr>
              <a:t>Roadmap: initiate payments from TAI</a:t>
            </a:r>
            <a:endParaRPr sz="1200">
              <a:solidFill>
                <a:schemeClr val="dk1"/>
              </a:solidFill>
              <a:latin typeface="DM Sans"/>
              <a:ea typeface="DM Sans"/>
              <a:cs typeface="DM Sans"/>
              <a:sym typeface="DM Sans"/>
            </a:endParaRPr>
          </a:p>
        </p:txBody>
      </p:sp>
      <p:sp>
        <p:nvSpPr>
          <p:cNvPr id="311" name="Google Shape;311;p58"/>
          <p:cNvSpPr/>
          <p:nvPr/>
        </p:nvSpPr>
        <p:spPr>
          <a:xfrm>
            <a:off x="792175" y="2913800"/>
            <a:ext cx="2716200" cy="21024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12" name="Google Shape;312;p58"/>
          <p:cNvCxnSpPr>
            <a:stCxn id="313" idx="2"/>
            <a:endCxn id="314" idx="3"/>
          </p:cNvCxnSpPr>
          <p:nvPr/>
        </p:nvCxnSpPr>
        <p:spPr>
          <a:xfrm flipH="1">
            <a:off x="6805150" y="3112150"/>
            <a:ext cx="1239000" cy="657000"/>
          </a:xfrm>
          <a:prstGeom prst="straightConnector1">
            <a:avLst/>
          </a:prstGeom>
          <a:noFill/>
          <a:ln cap="flat" cmpd="sng" w="9525">
            <a:solidFill>
              <a:schemeClr val="accent2"/>
            </a:solidFill>
            <a:prstDash val="solid"/>
            <a:round/>
            <a:headEnd len="med" w="med" type="none"/>
            <a:tailEnd len="med" w="med" type="triangle"/>
          </a:ln>
        </p:spPr>
      </p:cxnSp>
      <p:sp>
        <p:nvSpPr>
          <p:cNvPr id="315" name="Google Shape;315;p58"/>
          <p:cNvSpPr/>
          <p:nvPr/>
        </p:nvSpPr>
        <p:spPr>
          <a:xfrm>
            <a:off x="2136925" y="2134375"/>
            <a:ext cx="1442400" cy="1716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16" name="Google Shape;316;p58"/>
          <p:cNvCxnSpPr>
            <a:stCxn id="315" idx="2"/>
            <a:endCxn id="311" idx="0"/>
          </p:cNvCxnSpPr>
          <p:nvPr/>
        </p:nvCxnSpPr>
        <p:spPr>
          <a:xfrm flipH="1">
            <a:off x="2150425" y="2305975"/>
            <a:ext cx="707700" cy="607800"/>
          </a:xfrm>
          <a:prstGeom prst="straightConnector1">
            <a:avLst/>
          </a:prstGeom>
          <a:noFill/>
          <a:ln cap="flat" cmpd="sng" w="9525">
            <a:solidFill>
              <a:srgbClr val="0000FF"/>
            </a:solidFill>
            <a:prstDash val="solid"/>
            <a:round/>
            <a:headEnd len="med" w="med" type="none"/>
            <a:tailEnd len="med" w="med" type="triangle"/>
          </a:ln>
        </p:spPr>
      </p:cxnSp>
      <p:pic>
        <p:nvPicPr>
          <p:cNvPr id="314" name="Google Shape;314;p58"/>
          <p:cNvPicPr preferRelativeResize="0"/>
          <p:nvPr/>
        </p:nvPicPr>
        <p:blipFill rotWithShape="1">
          <a:blip r:embed="rId5">
            <a:alphaModFix/>
          </a:blip>
          <a:srcRect b="22505" l="0" r="0" t="0"/>
          <a:stretch/>
        </p:blipFill>
        <p:spPr>
          <a:xfrm>
            <a:off x="4878050" y="2522050"/>
            <a:ext cx="1927100" cy="2494301"/>
          </a:xfrm>
          <a:prstGeom prst="rect">
            <a:avLst/>
          </a:prstGeom>
          <a:noFill/>
          <a:ln cap="flat" cmpd="sng" w="19050">
            <a:solidFill>
              <a:schemeClr val="accent2"/>
            </a:solidFill>
            <a:prstDash val="solid"/>
            <a:round/>
            <a:headEnd len="sm" w="sm" type="none"/>
            <a:tailEnd len="sm" w="sm" type="none"/>
          </a:ln>
        </p:spPr>
      </p:pic>
      <p:pic>
        <p:nvPicPr>
          <p:cNvPr id="317" name="Google Shape;317;p58"/>
          <p:cNvPicPr preferRelativeResize="0"/>
          <p:nvPr/>
        </p:nvPicPr>
        <p:blipFill>
          <a:blip r:embed="rId6">
            <a:alphaModFix/>
          </a:blip>
          <a:stretch>
            <a:fillRect/>
          </a:stretch>
        </p:blipFill>
        <p:spPr>
          <a:xfrm>
            <a:off x="4053963" y="792150"/>
            <a:ext cx="349450" cy="2475701"/>
          </a:xfrm>
          <a:prstGeom prst="rect">
            <a:avLst/>
          </a:prstGeom>
          <a:noFill/>
          <a:ln cap="flat" cmpd="sng" w="38100">
            <a:solidFill>
              <a:schemeClr val="dk2"/>
            </a:solidFill>
            <a:prstDash val="solid"/>
            <a:round/>
            <a:headEnd len="sm" w="sm" type="none"/>
            <a:tailEnd len="sm" w="sm" type="none"/>
          </a:ln>
        </p:spPr>
      </p:pic>
      <p:sp>
        <p:nvSpPr>
          <p:cNvPr id="318" name="Google Shape;318;p58"/>
          <p:cNvSpPr/>
          <p:nvPr/>
        </p:nvSpPr>
        <p:spPr>
          <a:xfrm>
            <a:off x="4084875" y="2789954"/>
            <a:ext cx="287700" cy="220800"/>
          </a:xfrm>
          <a:prstGeom prst="rect">
            <a:avLst/>
          </a:prstGeom>
          <a:noFill/>
          <a:ln cap="flat" cmpd="sng" w="9525">
            <a:solidFill>
              <a:srgbClr val="FF288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19" name="Google Shape;319;p58"/>
          <p:cNvCxnSpPr>
            <a:stCxn id="318" idx="0"/>
            <a:endCxn id="320" idx="1"/>
          </p:cNvCxnSpPr>
          <p:nvPr/>
        </p:nvCxnSpPr>
        <p:spPr>
          <a:xfrm flipH="1" rot="10800000">
            <a:off x="4228725" y="1749854"/>
            <a:ext cx="2709900" cy="1040100"/>
          </a:xfrm>
          <a:prstGeom prst="straightConnector1">
            <a:avLst/>
          </a:prstGeom>
          <a:noFill/>
          <a:ln cap="flat" cmpd="sng" w="9525">
            <a:solidFill>
              <a:schemeClr val="accent2"/>
            </a:solidFill>
            <a:prstDash val="solid"/>
            <a:round/>
            <a:headEnd len="med" w="med" type="none"/>
            <a:tailEnd len="med" w="med" type="triangle"/>
          </a:ln>
        </p:spPr>
      </p:cxnSp>
      <p:sp>
        <p:nvSpPr>
          <p:cNvPr id="320" name="Google Shape;320;p58"/>
          <p:cNvSpPr/>
          <p:nvPr/>
        </p:nvSpPr>
        <p:spPr>
          <a:xfrm>
            <a:off x="6938750" y="1663925"/>
            <a:ext cx="2205300" cy="171600"/>
          </a:xfrm>
          <a:prstGeom prst="rect">
            <a:avLst/>
          </a:prstGeom>
          <a:noFill/>
          <a:ln cap="flat" cmpd="sng" w="9525">
            <a:solidFill>
              <a:srgbClr val="FF288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13" name="Google Shape;313;p58"/>
          <p:cNvSpPr/>
          <p:nvPr/>
        </p:nvSpPr>
        <p:spPr>
          <a:xfrm>
            <a:off x="6981550" y="2789950"/>
            <a:ext cx="2125200" cy="322200"/>
          </a:xfrm>
          <a:prstGeom prst="rect">
            <a:avLst/>
          </a:prstGeom>
          <a:noFill/>
          <a:ln cap="flat" cmpd="sng" w="9525">
            <a:solidFill>
              <a:srgbClr val="FF288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cxnSp>
        <p:nvCxnSpPr>
          <p:cNvPr id="321" name="Google Shape;321;p58"/>
          <p:cNvCxnSpPr>
            <a:stCxn id="320" idx="2"/>
            <a:endCxn id="313" idx="0"/>
          </p:cNvCxnSpPr>
          <p:nvPr/>
        </p:nvCxnSpPr>
        <p:spPr>
          <a:xfrm>
            <a:off x="8041400" y="1835525"/>
            <a:ext cx="2700" cy="954300"/>
          </a:xfrm>
          <a:prstGeom prst="straightConnector1">
            <a:avLst/>
          </a:prstGeom>
          <a:noFill/>
          <a:ln cap="flat" cmpd="sng" w="9525">
            <a:solidFill>
              <a:schemeClr val="accent2"/>
            </a:solidFill>
            <a:prstDash val="solid"/>
            <a:round/>
            <a:headEnd len="med" w="med" type="none"/>
            <a:tailEnd len="med" w="med" type="triangle"/>
          </a:ln>
        </p:spPr>
      </p:cxnSp>
      <p:sp>
        <p:nvSpPr>
          <p:cNvPr id="322" name="Google Shape;322;p58"/>
          <p:cNvSpPr txBox="1"/>
          <p:nvPr/>
        </p:nvSpPr>
        <p:spPr>
          <a:xfrm>
            <a:off x="1892350" y="2085600"/>
            <a:ext cx="192000" cy="1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0000FF"/>
                </a:solidFill>
                <a:latin typeface="DM Mono"/>
                <a:ea typeface="DM Mono"/>
                <a:cs typeface="DM Mono"/>
                <a:sym typeface="DM Mono"/>
              </a:rPr>
              <a:t>1</a:t>
            </a:r>
            <a:endParaRPr b="1" sz="1200">
              <a:solidFill>
                <a:srgbClr val="0000FF"/>
              </a:solidFill>
              <a:latin typeface="DM Mono"/>
              <a:ea typeface="DM Mono"/>
              <a:cs typeface="DM Mono"/>
              <a:sym typeface="DM Mono"/>
            </a:endParaRPr>
          </a:p>
        </p:txBody>
      </p:sp>
      <p:sp>
        <p:nvSpPr>
          <p:cNvPr id="323" name="Google Shape;323;p58"/>
          <p:cNvSpPr txBox="1"/>
          <p:nvPr/>
        </p:nvSpPr>
        <p:spPr>
          <a:xfrm>
            <a:off x="3316375" y="2718475"/>
            <a:ext cx="192000" cy="195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0000FF"/>
                </a:solidFill>
                <a:latin typeface="DM Mono"/>
                <a:ea typeface="DM Mono"/>
                <a:cs typeface="DM Mono"/>
                <a:sym typeface="DM Mono"/>
              </a:rPr>
              <a:t>2</a:t>
            </a:r>
            <a:endParaRPr b="1" sz="1200">
              <a:solidFill>
                <a:srgbClr val="0000FF"/>
              </a:solidFill>
              <a:latin typeface="DM Mono"/>
              <a:ea typeface="DM Mono"/>
              <a:cs typeface="DM Mono"/>
              <a:sym typeface="DM Mono"/>
            </a:endParaRPr>
          </a:p>
        </p:txBody>
      </p:sp>
      <p:sp>
        <p:nvSpPr>
          <p:cNvPr id="324" name="Google Shape;324;p58"/>
          <p:cNvSpPr txBox="1"/>
          <p:nvPr/>
        </p:nvSpPr>
        <p:spPr>
          <a:xfrm>
            <a:off x="4017225" y="2570025"/>
            <a:ext cx="192000" cy="1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accent2"/>
                </a:solidFill>
                <a:latin typeface="DM Mono"/>
                <a:ea typeface="DM Mono"/>
                <a:cs typeface="DM Mono"/>
                <a:sym typeface="DM Mono"/>
              </a:rPr>
              <a:t>1</a:t>
            </a:r>
            <a:endParaRPr b="1" sz="1200">
              <a:solidFill>
                <a:schemeClr val="accent2"/>
              </a:solidFill>
              <a:latin typeface="DM Mono"/>
              <a:ea typeface="DM Mono"/>
              <a:cs typeface="DM Mono"/>
              <a:sym typeface="DM Mono"/>
            </a:endParaRPr>
          </a:p>
        </p:txBody>
      </p:sp>
      <p:sp>
        <p:nvSpPr>
          <p:cNvPr id="325" name="Google Shape;325;p58"/>
          <p:cNvSpPr txBox="1"/>
          <p:nvPr/>
        </p:nvSpPr>
        <p:spPr>
          <a:xfrm>
            <a:off x="6865425" y="1439275"/>
            <a:ext cx="192000" cy="1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accent2"/>
                </a:solidFill>
                <a:latin typeface="DM Mono"/>
                <a:ea typeface="DM Mono"/>
                <a:cs typeface="DM Mono"/>
                <a:sym typeface="DM Mono"/>
              </a:rPr>
              <a:t>2</a:t>
            </a:r>
            <a:endParaRPr b="1" sz="1200">
              <a:solidFill>
                <a:schemeClr val="accent2"/>
              </a:solidFill>
              <a:latin typeface="DM Mono"/>
              <a:ea typeface="DM Mono"/>
              <a:cs typeface="DM Mono"/>
              <a:sym typeface="DM Mono"/>
            </a:endParaRPr>
          </a:p>
        </p:txBody>
      </p:sp>
      <p:sp>
        <p:nvSpPr>
          <p:cNvPr id="326" name="Google Shape;326;p58"/>
          <p:cNvSpPr txBox="1"/>
          <p:nvPr/>
        </p:nvSpPr>
        <p:spPr>
          <a:xfrm>
            <a:off x="6580250" y="2522050"/>
            <a:ext cx="192000" cy="1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accent2"/>
                </a:solidFill>
                <a:latin typeface="DM Mono"/>
                <a:ea typeface="DM Mono"/>
                <a:cs typeface="DM Mono"/>
                <a:sym typeface="DM Mono"/>
              </a:rPr>
              <a:t>4</a:t>
            </a:r>
            <a:endParaRPr b="1" sz="1200">
              <a:solidFill>
                <a:schemeClr val="accent2"/>
              </a:solidFill>
              <a:latin typeface="DM Mono"/>
              <a:ea typeface="DM Mono"/>
              <a:cs typeface="DM Mono"/>
              <a:sym typeface="DM Mono"/>
            </a:endParaRPr>
          </a:p>
        </p:txBody>
      </p:sp>
      <p:sp>
        <p:nvSpPr>
          <p:cNvPr id="327" name="Google Shape;327;p58"/>
          <p:cNvSpPr txBox="1"/>
          <p:nvPr/>
        </p:nvSpPr>
        <p:spPr>
          <a:xfrm>
            <a:off x="8914475" y="2583850"/>
            <a:ext cx="192000" cy="195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accent2"/>
                </a:solidFill>
                <a:latin typeface="DM Mono"/>
                <a:ea typeface="DM Mono"/>
                <a:cs typeface="DM Mono"/>
                <a:sym typeface="DM Mono"/>
              </a:rPr>
              <a:t>3</a:t>
            </a:r>
            <a:endParaRPr b="1" sz="1200">
              <a:solidFill>
                <a:schemeClr val="accent2"/>
              </a:solidFill>
              <a:latin typeface="DM Mono"/>
              <a:ea typeface="DM Mono"/>
              <a:cs typeface="DM Mono"/>
              <a:sym typeface="DM Mono"/>
            </a:endParaRPr>
          </a:p>
        </p:txBody>
      </p:sp>
      <p:sp>
        <p:nvSpPr>
          <p:cNvPr id="328" name="Google Shape;328;p58"/>
          <p:cNvSpPr txBox="1"/>
          <p:nvPr/>
        </p:nvSpPr>
        <p:spPr>
          <a:xfrm>
            <a:off x="5708825" y="4726500"/>
            <a:ext cx="1036500" cy="14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700">
                <a:solidFill>
                  <a:schemeClr val="accent2"/>
                </a:solidFill>
                <a:latin typeface="DM Sans"/>
                <a:ea typeface="DM Sans"/>
                <a:cs typeface="DM Sans"/>
                <a:sym typeface="DM Sans"/>
              </a:rPr>
              <a:t>Watch &gt;1 video</a:t>
            </a:r>
            <a:endParaRPr b="1" sz="700">
              <a:solidFill>
                <a:schemeClr val="accent2"/>
              </a:solidFill>
              <a:latin typeface="DM Sans"/>
              <a:ea typeface="DM Sans"/>
              <a:cs typeface="DM Sans"/>
              <a:sym typeface="DM Sans"/>
            </a:endParaRPr>
          </a:p>
        </p:txBody>
      </p:sp>
      <p:cxnSp>
        <p:nvCxnSpPr>
          <p:cNvPr id="329" name="Google Shape;329;p58"/>
          <p:cNvCxnSpPr>
            <a:stCxn id="314" idx="1"/>
            <a:endCxn id="311" idx="3"/>
          </p:cNvCxnSpPr>
          <p:nvPr/>
        </p:nvCxnSpPr>
        <p:spPr>
          <a:xfrm flipH="1">
            <a:off x="3508250" y="3769200"/>
            <a:ext cx="1369800" cy="195900"/>
          </a:xfrm>
          <a:prstGeom prst="straightConnector1">
            <a:avLst/>
          </a:prstGeom>
          <a:noFill/>
          <a:ln cap="flat" cmpd="sng" w="9525">
            <a:solidFill>
              <a:schemeClr val="accent1"/>
            </a:solidFill>
            <a:prstDash val="lgDash"/>
            <a:round/>
            <a:headEnd len="med" w="med" type="none"/>
            <a:tailEnd len="med" w="med" type="triangle"/>
          </a:ln>
        </p:spPr>
      </p:cxnSp>
      <p:sp>
        <p:nvSpPr>
          <p:cNvPr id="330" name="Google Shape;330;p58"/>
          <p:cNvSpPr txBox="1"/>
          <p:nvPr/>
        </p:nvSpPr>
        <p:spPr>
          <a:xfrm>
            <a:off x="792175" y="1401800"/>
            <a:ext cx="2787300" cy="171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0000FF"/>
                </a:solidFill>
                <a:latin typeface="DM Sans"/>
                <a:ea typeface="DM Sans"/>
                <a:cs typeface="DM Sans"/>
                <a:sym typeface="DM Sans"/>
              </a:rPr>
              <a:t>With TAI (~5sec)</a:t>
            </a:r>
            <a:endParaRPr b="1" sz="1200">
              <a:solidFill>
                <a:srgbClr val="0000FF"/>
              </a:solidFill>
              <a:latin typeface="DM Sans"/>
              <a:ea typeface="DM Sans"/>
              <a:cs typeface="DM Sans"/>
              <a:sym typeface="DM Sans"/>
            </a:endParaRPr>
          </a:p>
        </p:txBody>
      </p:sp>
      <p:sp>
        <p:nvSpPr>
          <p:cNvPr id="331" name="Google Shape;331;p58"/>
          <p:cNvSpPr txBox="1"/>
          <p:nvPr/>
        </p:nvSpPr>
        <p:spPr>
          <a:xfrm>
            <a:off x="6938750" y="4874700"/>
            <a:ext cx="2205300" cy="13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accent2"/>
                </a:solidFill>
                <a:latin typeface="DM Sans"/>
                <a:ea typeface="DM Sans"/>
                <a:cs typeface="DM Sans"/>
                <a:sym typeface="DM Sans"/>
              </a:rPr>
              <a:t>Without TAI (+6 mins)</a:t>
            </a:r>
            <a:endParaRPr b="1" sz="1200">
              <a:solidFill>
                <a:schemeClr val="accent2"/>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9"/>
          <p:cNvSpPr txBox="1"/>
          <p:nvPr>
            <p:ph type="title"/>
          </p:nvPr>
        </p:nvSpPr>
        <p:spPr>
          <a:xfrm>
            <a:off x="228600" y="3429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Gartner on AI Pricing for SaaS vendors</a:t>
            </a:r>
            <a:endParaRPr/>
          </a:p>
        </p:txBody>
      </p:sp>
      <p:sp>
        <p:nvSpPr>
          <p:cNvPr id="337" name="Google Shape;337;p59"/>
          <p:cNvSpPr txBox="1"/>
          <p:nvPr>
            <p:ph idx="1" type="body"/>
          </p:nvPr>
        </p:nvSpPr>
        <p:spPr>
          <a:xfrm>
            <a:off x="228600" y="974125"/>
            <a:ext cx="8686800" cy="34164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b="1" lang="en"/>
              <a:t>Consumption-led shift:</a:t>
            </a:r>
            <a:r>
              <a:rPr lang="en"/>
              <a:t> </a:t>
            </a:r>
            <a:endParaRPr/>
          </a:p>
          <a:p>
            <a:pPr indent="-311150" lvl="1" marL="914400" rtl="0" algn="l">
              <a:spcBef>
                <a:spcPts val="0"/>
              </a:spcBef>
              <a:spcAft>
                <a:spcPts val="0"/>
              </a:spcAft>
              <a:buSzPts val="1300"/>
              <a:buChar char="○"/>
            </a:pPr>
            <a:r>
              <a:rPr lang="en" sz="1300"/>
              <a:t>Usage-based models dominate as AI features scale; 42% of large SaaS deals used credit/token pricing in 2025, boosting flexibility but increasing cost unpredictability.</a:t>
            </a:r>
            <a:endParaRPr sz="1300"/>
          </a:p>
          <a:p>
            <a:pPr indent="0" lvl="0" marL="457200" rtl="0" algn="l">
              <a:spcBef>
                <a:spcPts val="0"/>
              </a:spcBef>
              <a:spcAft>
                <a:spcPts val="0"/>
              </a:spcAft>
              <a:buNone/>
            </a:pPr>
            <a:r>
              <a:t/>
            </a:r>
            <a:endParaRPr b="1"/>
          </a:p>
          <a:p>
            <a:pPr indent="-311150" lvl="0" marL="457200" rtl="0" algn="l">
              <a:spcBef>
                <a:spcPts val="0"/>
              </a:spcBef>
              <a:spcAft>
                <a:spcPts val="0"/>
              </a:spcAft>
              <a:buSzPts val="1300"/>
              <a:buChar char="●"/>
            </a:pPr>
            <a:r>
              <a:rPr b="1" lang="en"/>
              <a:t>Credit and PAYG options: </a:t>
            </a:r>
            <a:endParaRPr b="1"/>
          </a:p>
          <a:p>
            <a:pPr indent="-311150" lvl="1" marL="914400" rtl="0" algn="l">
              <a:spcBef>
                <a:spcPts val="0"/>
              </a:spcBef>
              <a:spcAft>
                <a:spcPts val="0"/>
              </a:spcAft>
              <a:buSzPts val="1300"/>
              <a:buChar char="○"/>
            </a:pPr>
            <a:r>
              <a:rPr lang="en" sz="1300"/>
              <a:t>Credits are the common AI monetization unit (vendor-controlled consumption rates); PAYG offers maximum flexibility.</a:t>
            </a:r>
            <a:endParaRPr sz="1300"/>
          </a:p>
          <a:p>
            <a:pPr indent="0" lvl="0" marL="457200" rtl="0" algn="l">
              <a:spcBef>
                <a:spcPts val="0"/>
              </a:spcBef>
              <a:spcAft>
                <a:spcPts val="0"/>
              </a:spcAft>
              <a:buNone/>
            </a:pPr>
            <a:r>
              <a:t/>
            </a:r>
            <a:endParaRPr b="1"/>
          </a:p>
          <a:p>
            <a:pPr indent="-311150" lvl="0" marL="457200" rtl="0" algn="l">
              <a:spcBef>
                <a:spcPts val="0"/>
              </a:spcBef>
              <a:spcAft>
                <a:spcPts val="0"/>
              </a:spcAft>
              <a:buSzPts val="1300"/>
              <a:buChar char="●"/>
            </a:pPr>
            <a:r>
              <a:rPr b="1" lang="en"/>
              <a:t>Tiered and volumetric pricing: </a:t>
            </a:r>
            <a:endParaRPr b="1"/>
          </a:p>
          <a:p>
            <a:pPr indent="-311150" lvl="1" marL="914400" rtl="0" algn="l">
              <a:spcBef>
                <a:spcPts val="0"/>
              </a:spcBef>
              <a:spcAft>
                <a:spcPts val="0"/>
              </a:spcAft>
              <a:buSzPts val="1300"/>
              <a:buChar char="○"/>
            </a:pPr>
            <a:r>
              <a:rPr lang="en" sz="1300"/>
              <a:t>Structured tiers tied to business outcomes provide predictability and align spend with value delivered.</a:t>
            </a:r>
            <a:endParaRPr sz="1300"/>
          </a:p>
          <a:p>
            <a:pPr indent="0" lvl="0" marL="457200" rtl="0" algn="l">
              <a:spcBef>
                <a:spcPts val="0"/>
              </a:spcBef>
              <a:spcAft>
                <a:spcPts val="0"/>
              </a:spcAft>
              <a:buNone/>
            </a:pPr>
            <a:r>
              <a:t/>
            </a:r>
            <a:endParaRPr b="1"/>
          </a:p>
          <a:p>
            <a:pPr indent="-311150" lvl="0" marL="457200" rtl="0" algn="l">
              <a:spcBef>
                <a:spcPts val="0"/>
              </a:spcBef>
              <a:spcAft>
                <a:spcPts val="0"/>
              </a:spcAft>
              <a:buSzPts val="1300"/>
              <a:buChar char="●"/>
            </a:pPr>
            <a:r>
              <a:rPr b="1" lang="en"/>
              <a:t>Buyer sentiment and guidance:</a:t>
            </a:r>
            <a:r>
              <a:rPr lang="en"/>
              <a:t> </a:t>
            </a:r>
            <a:endParaRPr/>
          </a:p>
          <a:p>
            <a:pPr indent="-311150" lvl="1" marL="914400" rtl="0" algn="l">
              <a:spcBef>
                <a:spcPts val="0"/>
              </a:spcBef>
              <a:spcAft>
                <a:spcPts val="0"/>
              </a:spcAft>
              <a:buSzPts val="1300"/>
              <a:buChar char="○"/>
            </a:pPr>
            <a:r>
              <a:rPr lang="en" sz="1300"/>
              <a:t>Win trust with transparent meters, mix fixed + variable fees, add cost caps, and emphasize outcome-based pricing.</a:t>
            </a:r>
            <a:endParaRPr sz="1300"/>
          </a:p>
        </p:txBody>
      </p:sp>
      <p:pic>
        <p:nvPicPr>
          <p:cNvPr id="338" name="Google Shape;338;p59"/>
          <p:cNvPicPr preferRelativeResize="0"/>
          <p:nvPr/>
        </p:nvPicPr>
        <p:blipFill>
          <a:blip r:embed="rId3">
            <a:alphaModFix/>
          </a:blip>
          <a:stretch>
            <a:fillRect/>
          </a:stretch>
        </p:blipFill>
        <p:spPr>
          <a:xfrm>
            <a:off x="7067200" y="342897"/>
            <a:ext cx="1848201" cy="425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60"/>
          <p:cNvSpPr txBox="1"/>
          <p:nvPr>
            <p:ph type="title"/>
          </p:nvPr>
        </p:nvSpPr>
        <p:spPr>
          <a:xfrm>
            <a:off x="228600" y="342900"/>
            <a:ext cx="8686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SaaS Vendors adopting consumption-based AI pricing</a:t>
            </a:r>
            <a:endParaRPr/>
          </a:p>
        </p:txBody>
      </p:sp>
      <p:pic>
        <p:nvPicPr>
          <p:cNvPr id="344" name="Google Shape;344;p60"/>
          <p:cNvPicPr preferRelativeResize="0"/>
          <p:nvPr/>
        </p:nvPicPr>
        <p:blipFill>
          <a:blip r:embed="rId3">
            <a:alphaModFix/>
          </a:blip>
          <a:stretch>
            <a:fillRect/>
          </a:stretch>
        </p:blipFill>
        <p:spPr>
          <a:xfrm>
            <a:off x="1378475" y="915600"/>
            <a:ext cx="2063224" cy="1444649"/>
          </a:xfrm>
          <a:prstGeom prst="rect">
            <a:avLst/>
          </a:prstGeom>
          <a:noFill/>
          <a:ln>
            <a:noFill/>
          </a:ln>
        </p:spPr>
      </p:pic>
      <p:pic>
        <p:nvPicPr>
          <p:cNvPr id="345" name="Google Shape;345;p60"/>
          <p:cNvPicPr preferRelativeResize="0"/>
          <p:nvPr/>
        </p:nvPicPr>
        <p:blipFill>
          <a:blip r:embed="rId4">
            <a:alphaModFix/>
          </a:blip>
          <a:stretch>
            <a:fillRect/>
          </a:stretch>
        </p:blipFill>
        <p:spPr>
          <a:xfrm>
            <a:off x="5036574" y="1140400"/>
            <a:ext cx="2677814" cy="572700"/>
          </a:xfrm>
          <a:prstGeom prst="rect">
            <a:avLst/>
          </a:prstGeom>
          <a:noFill/>
          <a:ln>
            <a:noFill/>
          </a:ln>
        </p:spPr>
      </p:pic>
      <p:sp>
        <p:nvSpPr>
          <p:cNvPr id="346" name="Google Shape;346;p60"/>
          <p:cNvSpPr txBox="1"/>
          <p:nvPr/>
        </p:nvSpPr>
        <p:spPr>
          <a:xfrm>
            <a:off x="4875463" y="1772238"/>
            <a:ext cx="3000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a:ea typeface="DM Sans"/>
                <a:cs typeface="DM Sans"/>
                <a:sym typeface="DM Sans"/>
              </a:rPr>
              <a:t>365 Copilot Chat</a:t>
            </a:r>
            <a:endParaRPr>
              <a:latin typeface="DM Sans"/>
              <a:ea typeface="DM Sans"/>
              <a:cs typeface="DM Sans"/>
              <a:sym typeface="DM Sans"/>
            </a:endParaRPr>
          </a:p>
        </p:txBody>
      </p:sp>
      <p:sp>
        <p:nvSpPr>
          <p:cNvPr id="347" name="Google Shape;347;p60"/>
          <p:cNvSpPr txBox="1"/>
          <p:nvPr/>
        </p:nvSpPr>
        <p:spPr>
          <a:xfrm>
            <a:off x="657637" y="2371650"/>
            <a:ext cx="35049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a:ea typeface="DM Sans"/>
                <a:cs typeface="DM Sans"/>
                <a:sym typeface="DM Sans"/>
              </a:rPr>
              <a:t>Agentforce - FlexCredits</a:t>
            </a:r>
            <a:endParaRPr>
              <a:latin typeface="DM Sans"/>
              <a:ea typeface="DM Sans"/>
              <a:cs typeface="DM Sans"/>
              <a:sym typeface="DM Sans"/>
            </a:endParaRPr>
          </a:p>
        </p:txBody>
      </p:sp>
      <p:pic>
        <p:nvPicPr>
          <p:cNvPr id="348" name="Google Shape;348;p60"/>
          <p:cNvPicPr preferRelativeResize="0"/>
          <p:nvPr/>
        </p:nvPicPr>
        <p:blipFill>
          <a:blip r:embed="rId5">
            <a:alphaModFix/>
          </a:blip>
          <a:stretch>
            <a:fillRect/>
          </a:stretch>
        </p:blipFill>
        <p:spPr>
          <a:xfrm>
            <a:off x="5289475" y="2400725"/>
            <a:ext cx="2172017" cy="572700"/>
          </a:xfrm>
          <a:prstGeom prst="rect">
            <a:avLst/>
          </a:prstGeom>
          <a:noFill/>
          <a:ln>
            <a:noFill/>
          </a:ln>
        </p:spPr>
      </p:pic>
      <p:sp>
        <p:nvSpPr>
          <p:cNvPr id="349" name="Google Shape;349;p60"/>
          <p:cNvSpPr txBox="1"/>
          <p:nvPr/>
        </p:nvSpPr>
        <p:spPr>
          <a:xfrm>
            <a:off x="4875475" y="3109650"/>
            <a:ext cx="30000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M Sans"/>
                <a:ea typeface="DM Sans"/>
                <a:cs typeface="DM Sans"/>
                <a:sym typeface="DM Sans"/>
              </a:rPr>
              <a:t>Adobe Firefly</a:t>
            </a:r>
            <a:endParaRPr>
              <a:latin typeface="DM Sans"/>
              <a:ea typeface="DM Sans"/>
              <a:cs typeface="DM Sans"/>
              <a:sym typeface="DM Sans"/>
            </a:endParaRPr>
          </a:p>
        </p:txBody>
      </p:sp>
      <p:pic>
        <p:nvPicPr>
          <p:cNvPr id="350" name="Google Shape;350;p60"/>
          <p:cNvPicPr preferRelativeResize="0"/>
          <p:nvPr/>
        </p:nvPicPr>
        <p:blipFill>
          <a:blip r:embed="rId6">
            <a:alphaModFix/>
          </a:blip>
          <a:stretch>
            <a:fillRect/>
          </a:stretch>
        </p:blipFill>
        <p:spPr>
          <a:xfrm>
            <a:off x="1596488" y="2952513"/>
            <a:ext cx="1627174" cy="807225"/>
          </a:xfrm>
          <a:prstGeom prst="rect">
            <a:avLst/>
          </a:prstGeom>
          <a:noFill/>
          <a:ln>
            <a:noFill/>
          </a:ln>
        </p:spPr>
      </p:pic>
      <p:sp>
        <p:nvSpPr>
          <p:cNvPr id="351" name="Google Shape;351;p60"/>
          <p:cNvSpPr txBox="1"/>
          <p:nvPr/>
        </p:nvSpPr>
        <p:spPr>
          <a:xfrm>
            <a:off x="910075" y="3890675"/>
            <a:ext cx="30000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DM Sans"/>
                <a:ea typeface="DM Sans"/>
                <a:cs typeface="DM Sans"/>
                <a:sym typeface="DM Sans"/>
              </a:rPr>
              <a:t>SAP AI Units - Joule Agents</a:t>
            </a:r>
            <a:endParaRPr sz="1200">
              <a:latin typeface="DM Sans"/>
              <a:ea typeface="DM Sans"/>
              <a:cs typeface="DM Sans"/>
              <a:sym typeface="DM Sans"/>
            </a:endParaRPr>
          </a:p>
          <a:p>
            <a:pPr indent="0" lvl="0" marL="0" rtl="0" algn="ctr">
              <a:spcBef>
                <a:spcPts val="0"/>
              </a:spcBef>
              <a:spcAft>
                <a:spcPts val="0"/>
              </a:spcAft>
              <a:buNone/>
            </a:pPr>
            <a:r>
              <a:rPr lang="en" sz="1200">
                <a:latin typeface="DM Sans"/>
                <a:ea typeface="DM Sans"/>
                <a:cs typeface="DM Sans"/>
                <a:sym typeface="DM Sans"/>
              </a:rPr>
              <a:t>SAP S/4HANA Cloud finance agents</a:t>
            </a:r>
            <a:endParaRPr sz="1200">
              <a:latin typeface="DM Sans"/>
              <a:ea typeface="DM Sans"/>
              <a:cs typeface="DM Sans"/>
              <a:sym typeface="DM Sans"/>
            </a:endParaRPr>
          </a:p>
          <a:p>
            <a:pPr indent="0" lvl="0" marL="0" rtl="0" algn="ctr">
              <a:spcBef>
                <a:spcPts val="0"/>
              </a:spcBef>
              <a:spcAft>
                <a:spcPts val="0"/>
              </a:spcAft>
              <a:buNone/>
            </a:pPr>
            <a:r>
              <a:rPr lang="en" sz="1200">
                <a:latin typeface="DM Sans"/>
                <a:ea typeface="DM Sans"/>
                <a:cs typeface="DM Sans"/>
                <a:sym typeface="DM Sans"/>
              </a:rPr>
              <a:t>SAP Ariba procurement agents</a:t>
            </a:r>
            <a:endParaRPr sz="1200">
              <a:latin typeface="DM Sans"/>
              <a:ea typeface="DM Sans"/>
              <a:cs typeface="DM Sans"/>
              <a:sym typeface="DM Sans"/>
            </a:endParaRPr>
          </a:p>
        </p:txBody>
      </p:sp>
      <p:pic>
        <p:nvPicPr>
          <p:cNvPr id="352" name="Google Shape;352;p60"/>
          <p:cNvPicPr preferRelativeResize="0"/>
          <p:nvPr/>
        </p:nvPicPr>
        <p:blipFill>
          <a:blip r:embed="rId7">
            <a:alphaModFix/>
          </a:blip>
          <a:stretch>
            <a:fillRect/>
          </a:stretch>
        </p:blipFill>
        <p:spPr>
          <a:xfrm>
            <a:off x="4998964" y="3680733"/>
            <a:ext cx="2753037" cy="408650"/>
          </a:xfrm>
          <a:prstGeom prst="rect">
            <a:avLst/>
          </a:prstGeom>
          <a:noFill/>
          <a:ln>
            <a:noFill/>
          </a:ln>
        </p:spPr>
      </p:pic>
      <p:sp>
        <p:nvSpPr>
          <p:cNvPr id="353" name="Google Shape;353;p60"/>
          <p:cNvSpPr txBox="1"/>
          <p:nvPr/>
        </p:nvSpPr>
        <p:spPr>
          <a:xfrm>
            <a:off x="4875475" y="4185500"/>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DM Sans"/>
                <a:ea typeface="DM Sans"/>
                <a:cs typeface="DM Sans"/>
                <a:sym typeface="DM Sans"/>
              </a:rPr>
              <a:t>ServiceNow Enterprise - Now Assists</a:t>
            </a:r>
            <a:endParaRPr sz="1200">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61"/>
          <p:cNvSpPr txBox="1"/>
          <p:nvPr>
            <p:ph type="title"/>
          </p:nvPr>
        </p:nvSpPr>
        <p:spPr>
          <a:xfrm>
            <a:off x="228600" y="342900"/>
            <a:ext cx="8248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DM Mono Medium"/>
                <a:ea typeface="DM Mono Medium"/>
                <a:cs typeface="DM Mono Medium"/>
                <a:sym typeface="DM Mono Medium"/>
              </a:rPr>
              <a:t>What is a Kyriba Unit?</a:t>
            </a:r>
            <a:endParaRPr>
              <a:latin typeface="DM Mono Medium"/>
              <a:ea typeface="DM Mono Medium"/>
              <a:cs typeface="DM Mono Medium"/>
              <a:sym typeface="DM Mono Medium"/>
            </a:endParaRPr>
          </a:p>
        </p:txBody>
      </p:sp>
      <p:sp>
        <p:nvSpPr>
          <p:cNvPr id="359" name="Google Shape;359;p61"/>
          <p:cNvSpPr txBox="1"/>
          <p:nvPr/>
        </p:nvSpPr>
        <p:spPr>
          <a:xfrm>
            <a:off x="1206800" y="4013125"/>
            <a:ext cx="1793100" cy="3849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 sz="1300">
                <a:latin typeface="DM Sans"/>
                <a:ea typeface="DM Sans"/>
                <a:cs typeface="DM Sans"/>
                <a:sym typeface="DM Sans"/>
              </a:rPr>
              <a:t>Query</a:t>
            </a:r>
            <a:endParaRPr sz="1300">
              <a:latin typeface="DM Sans"/>
              <a:ea typeface="DM Sans"/>
              <a:cs typeface="DM Sans"/>
              <a:sym typeface="DM Sans"/>
            </a:endParaRPr>
          </a:p>
        </p:txBody>
      </p:sp>
      <p:sp>
        <p:nvSpPr>
          <p:cNvPr id="360" name="Google Shape;360;p61"/>
          <p:cNvSpPr txBox="1"/>
          <p:nvPr/>
        </p:nvSpPr>
        <p:spPr>
          <a:xfrm>
            <a:off x="3456175" y="4013125"/>
            <a:ext cx="1793100" cy="3849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 sz="1300">
                <a:latin typeface="DM Sans"/>
                <a:ea typeface="DM Sans"/>
                <a:cs typeface="DM Sans"/>
                <a:sym typeface="DM Sans"/>
              </a:rPr>
              <a:t>Simple Interaction</a:t>
            </a:r>
            <a:endParaRPr sz="1300">
              <a:latin typeface="DM Sans"/>
              <a:ea typeface="DM Sans"/>
              <a:cs typeface="DM Sans"/>
              <a:sym typeface="DM Sans"/>
            </a:endParaRPr>
          </a:p>
        </p:txBody>
      </p:sp>
      <p:sp>
        <p:nvSpPr>
          <p:cNvPr id="361" name="Google Shape;361;p61"/>
          <p:cNvSpPr txBox="1"/>
          <p:nvPr/>
        </p:nvSpPr>
        <p:spPr>
          <a:xfrm>
            <a:off x="5705550" y="4013125"/>
            <a:ext cx="1793100" cy="3849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 sz="1300">
                <a:latin typeface="DM Sans"/>
                <a:ea typeface="DM Sans"/>
                <a:cs typeface="DM Sans"/>
                <a:sym typeface="DM Sans"/>
              </a:rPr>
              <a:t>Complex Interaction</a:t>
            </a:r>
            <a:endParaRPr sz="1300">
              <a:latin typeface="DM Sans"/>
              <a:ea typeface="DM Sans"/>
              <a:cs typeface="DM Sans"/>
              <a:sym typeface="DM Sans"/>
            </a:endParaRPr>
          </a:p>
        </p:txBody>
      </p:sp>
      <p:grpSp>
        <p:nvGrpSpPr>
          <p:cNvPr id="362" name="Google Shape;362;p61"/>
          <p:cNvGrpSpPr/>
          <p:nvPr/>
        </p:nvGrpSpPr>
        <p:grpSpPr>
          <a:xfrm>
            <a:off x="3287275" y="1025925"/>
            <a:ext cx="2130887" cy="516626"/>
            <a:chOff x="3132050" y="1017425"/>
            <a:chExt cx="2130887" cy="516626"/>
          </a:xfrm>
        </p:grpSpPr>
        <p:sp>
          <p:nvSpPr>
            <p:cNvPr id="363" name="Google Shape;363;p61"/>
            <p:cNvSpPr txBox="1"/>
            <p:nvPr/>
          </p:nvSpPr>
          <p:spPr>
            <a:xfrm>
              <a:off x="3641438" y="1083950"/>
              <a:ext cx="1621500" cy="3849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300">
                  <a:latin typeface="DM Sans"/>
                  <a:ea typeface="DM Sans"/>
                  <a:cs typeface="DM Sans"/>
                  <a:sym typeface="DM Sans"/>
                </a:rPr>
                <a:t>Databricks (DBU)</a:t>
              </a:r>
              <a:endParaRPr sz="1300">
                <a:latin typeface="DM Sans"/>
                <a:ea typeface="DM Sans"/>
                <a:cs typeface="DM Sans"/>
                <a:sym typeface="DM Sans"/>
              </a:endParaRPr>
            </a:p>
          </p:txBody>
        </p:sp>
        <p:pic>
          <p:nvPicPr>
            <p:cNvPr id="364" name="Google Shape;364;p61"/>
            <p:cNvPicPr preferRelativeResize="0"/>
            <p:nvPr/>
          </p:nvPicPr>
          <p:blipFill rotWithShape="1">
            <a:blip r:embed="rId3">
              <a:alphaModFix/>
            </a:blip>
            <a:srcRect b="0" l="24493" r="24288" t="0"/>
            <a:stretch/>
          </p:blipFill>
          <p:spPr>
            <a:xfrm>
              <a:off x="3132050" y="1017425"/>
              <a:ext cx="468352" cy="516626"/>
            </a:xfrm>
            <a:prstGeom prst="rect">
              <a:avLst/>
            </a:prstGeom>
            <a:noFill/>
            <a:ln>
              <a:noFill/>
            </a:ln>
          </p:spPr>
        </p:pic>
      </p:grpSp>
      <p:grpSp>
        <p:nvGrpSpPr>
          <p:cNvPr id="365" name="Google Shape;365;p61"/>
          <p:cNvGrpSpPr/>
          <p:nvPr/>
        </p:nvGrpSpPr>
        <p:grpSpPr>
          <a:xfrm>
            <a:off x="3456163" y="2962863"/>
            <a:ext cx="1621488" cy="466344"/>
            <a:chOff x="3201475" y="2798225"/>
            <a:chExt cx="1621488" cy="466344"/>
          </a:xfrm>
        </p:grpSpPr>
        <p:sp>
          <p:nvSpPr>
            <p:cNvPr id="366" name="Google Shape;366;p61"/>
            <p:cNvSpPr txBox="1"/>
            <p:nvPr/>
          </p:nvSpPr>
          <p:spPr>
            <a:xfrm>
              <a:off x="3675463" y="2838950"/>
              <a:ext cx="1147500" cy="3849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300">
                  <a:latin typeface="DM Sans"/>
                  <a:ea typeface="DM Sans"/>
                  <a:cs typeface="DM Sans"/>
                  <a:sym typeface="DM Sans"/>
                </a:rPr>
                <a:t>Kyriba Unit</a:t>
              </a:r>
              <a:endParaRPr sz="1300">
                <a:latin typeface="DM Sans"/>
                <a:ea typeface="DM Sans"/>
                <a:cs typeface="DM Sans"/>
                <a:sym typeface="DM Sans"/>
              </a:endParaRPr>
            </a:p>
          </p:txBody>
        </p:sp>
        <p:pic>
          <p:nvPicPr>
            <p:cNvPr id="367" name="Google Shape;367;p61"/>
            <p:cNvPicPr preferRelativeResize="0"/>
            <p:nvPr/>
          </p:nvPicPr>
          <p:blipFill rotWithShape="1">
            <a:blip r:embed="rId4">
              <a:alphaModFix/>
            </a:blip>
            <a:srcRect b="0" l="0" r="65625" t="0"/>
            <a:stretch/>
          </p:blipFill>
          <p:spPr>
            <a:xfrm>
              <a:off x="3201475" y="2798225"/>
              <a:ext cx="466344" cy="466344"/>
            </a:xfrm>
            <a:prstGeom prst="rect">
              <a:avLst/>
            </a:prstGeom>
            <a:noFill/>
            <a:ln>
              <a:noFill/>
            </a:ln>
          </p:spPr>
        </p:pic>
      </p:grpSp>
      <p:sp>
        <p:nvSpPr>
          <p:cNvPr id="368" name="Google Shape;368;p61"/>
          <p:cNvSpPr/>
          <p:nvPr/>
        </p:nvSpPr>
        <p:spPr>
          <a:xfrm>
            <a:off x="3880675" y="1542550"/>
            <a:ext cx="944100" cy="1358400"/>
          </a:xfrm>
          <a:prstGeom prst="down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69" name="Google Shape;369;p61"/>
          <p:cNvSpPr/>
          <p:nvPr/>
        </p:nvSpPr>
        <p:spPr>
          <a:xfrm rot="3147320">
            <a:off x="2706390" y="3242104"/>
            <a:ext cx="438150" cy="1002072"/>
          </a:xfrm>
          <a:prstGeom prst="down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70" name="Google Shape;370;p61"/>
          <p:cNvSpPr/>
          <p:nvPr/>
        </p:nvSpPr>
        <p:spPr>
          <a:xfrm>
            <a:off x="4133575" y="3491229"/>
            <a:ext cx="438300" cy="572700"/>
          </a:xfrm>
          <a:prstGeom prst="down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71" name="Google Shape;371;p61"/>
          <p:cNvSpPr/>
          <p:nvPr/>
        </p:nvSpPr>
        <p:spPr>
          <a:xfrm rot="-3359668">
            <a:off x="5396565" y="3139343"/>
            <a:ext cx="438248" cy="1002134"/>
          </a:xfrm>
          <a:prstGeom prst="down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72" name="Google Shape;372;p61"/>
          <p:cNvSpPr txBox="1"/>
          <p:nvPr/>
        </p:nvSpPr>
        <p:spPr>
          <a:xfrm>
            <a:off x="1646750" y="4347600"/>
            <a:ext cx="913200" cy="38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DM Mono"/>
                <a:ea typeface="DM Mono"/>
                <a:cs typeface="DM Mono"/>
                <a:sym typeface="DM Mono"/>
              </a:rPr>
              <a:t>1-2 units</a:t>
            </a:r>
            <a:endParaRPr sz="1200">
              <a:solidFill>
                <a:schemeClr val="dk2"/>
              </a:solidFill>
              <a:latin typeface="DM Mono"/>
              <a:ea typeface="DM Mono"/>
              <a:cs typeface="DM Mono"/>
              <a:sym typeface="DM Mono"/>
            </a:endParaRPr>
          </a:p>
        </p:txBody>
      </p:sp>
      <p:sp>
        <p:nvSpPr>
          <p:cNvPr id="373" name="Google Shape;373;p61"/>
          <p:cNvSpPr txBox="1"/>
          <p:nvPr/>
        </p:nvSpPr>
        <p:spPr>
          <a:xfrm>
            <a:off x="3880675" y="4375500"/>
            <a:ext cx="944100" cy="32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DM Mono"/>
                <a:ea typeface="DM Mono"/>
                <a:cs typeface="DM Mono"/>
                <a:sym typeface="DM Mono"/>
              </a:rPr>
              <a:t>3-5 units</a:t>
            </a:r>
            <a:endParaRPr sz="1200">
              <a:solidFill>
                <a:schemeClr val="dk2"/>
              </a:solidFill>
              <a:latin typeface="DM Mono"/>
              <a:ea typeface="DM Mono"/>
              <a:cs typeface="DM Mono"/>
              <a:sym typeface="DM Mono"/>
            </a:endParaRPr>
          </a:p>
        </p:txBody>
      </p:sp>
      <p:sp>
        <p:nvSpPr>
          <p:cNvPr id="374" name="Google Shape;374;p61"/>
          <p:cNvSpPr txBox="1"/>
          <p:nvPr/>
        </p:nvSpPr>
        <p:spPr>
          <a:xfrm>
            <a:off x="5973600" y="4375500"/>
            <a:ext cx="1257000" cy="32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DM Mono"/>
                <a:ea typeface="DM Mono"/>
                <a:cs typeface="DM Mono"/>
                <a:sym typeface="DM Mono"/>
              </a:rPr>
              <a:t>6-10 </a:t>
            </a:r>
            <a:br>
              <a:rPr lang="en" sz="1200">
                <a:solidFill>
                  <a:schemeClr val="dk2"/>
                </a:solidFill>
                <a:latin typeface="DM Mono"/>
                <a:ea typeface="DM Mono"/>
                <a:cs typeface="DM Mono"/>
                <a:sym typeface="DM Mono"/>
              </a:rPr>
            </a:br>
            <a:r>
              <a:rPr lang="en" sz="1200">
                <a:solidFill>
                  <a:schemeClr val="dk2"/>
                </a:solidFill>
                <a:latin typeface="DM Mono"/>
                <a:ea typeface="DM Mono"/>
                <a:cs typeface="DM Mono"/>
                <a:sym typeface="DM Mono"/>
              </a:rPr>
              <a:t>units</a:t>
            </a:r>
            <a:endParaRPr sz="1200">
              <a:solidFill>
                <a:schemeClr val="dk2"/>
              </a:solidFill>
              <a:latin typeface="DM Mono"/>
              <a:ea typeface="DM Mono"/>
              <a:cs typeface="DM Mono"/>
              <a:sym typeface="DM Mono"/>
            </a:endParaRPr>
          </a:p>
        </p:txBody>
      </p:sp>
      <p:sp>
        <p:nvSpPr>
          <p:cNvPr id="375" name="Google Shape;375;p61"/>
          <p:cNvSpPr txBox="1"/>
          <p:nvPr/>
        </p:nvSpPr>
        <p:spPr>
          <a:xfrm>
            <a:off x="6906212" y="2708300"/>
            <a:ext cx="1793100" cy="845100"/>
          </a:xfrm>
          <a:prstGeom prst="rect">
            <a:avLst/>
          </a:prstGeom>
          <a:solidFill>
            <a:srgbClr val="CFE2F3"/>
          </a:solid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 sz="1300">
                <a:latin typeface="DM Sans"/>
                <a:ea typeface="DM Sans"/>
                <a:cs typeface="DM Sans"/>
                <a:sym typeface="DM Sans"/>
              </a:rPr>
              <a:t>Future Databricks Powered Features - e.g. DaaS</a:t>
            </a:r>
            <a:endParaRPr sz="1300">
              <a:latin typeface="DM Sans"/>
              <a:ea typeface="DM Sans"/>
              <a:cs typeface="DM Sans"/>
              <a:sym typeface="DM Sans"/>
            </a:endParaRPr>
          </a:p>
        </p:txBody>
      </p:sp>
      <p:sp>
        <p:nvSpPr>
          <p:cNvPr id="376" name="Google Shape;376;p61"/>
          <p:cNvSpPr/>
          <p:nvPr/>
        </p:nvSpPr>
        <p:spPr>
          <a:xfrm>
            <a:off x="6404087" y="2938400"/>
            <a:ext cx="438300" cy="384900"/>
          </a:xfrm>
          <a:prstGeom prst="mathPlus">
            <a:avLst>
              <a:gd fmla="val 23520" name="adj1"/>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2"/>
          <p:cNvSpPr txBox="1"/>
          <p:nvPr>
            <p:ph type="title"/>
          </p:nvPr>
        </p:nvSpPr>
        <p:spPr>
          <a:xfrm>
            <a:off x="228600" y="342900"/>
            <a:ext cx="6918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Queries vs Interactions</a:t>
            </a:r>
            <a:endParaRPr/>
          </a:p>
        </p:txBody>
      </p:sp>
      <p:sp>
        <p:nvSpPr>
          <p:cNvPr id="382" name="Google Shape;382;p62"/>
          <p:cNvSpPr txBox="1"/>
          <p:nvPr>
            <p:ph idx="1" type="body"/>
          </p:nvPr>
        </p:nvSpPr>
        <p:spPr>
          <a:xfrm>
            <a:off x="250975" y="1152475"/>
            <a:ext cx="2634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DM Mono"/>
                <a:ea typeface="DM Mono"/>
                <a:cs typeface="DM Mono"/>
                <a:sym typeface="DM Mono"/>
              </a:rPr>
              <a:t>Query</a:t>
            </a:r>
            <a:endParaRPr sz="1500">
              <a:latin typeface="DM Mono"/>
              <a:ea typeface="DM Mono"/>
              <a:cs typeface="DM Mono"/>
              <a:sym typeface="DM Mono"/>
            </a:endParaRPr>
          </a:p>
          <a:p>
            <a:pPr indent="0" lvl="0" marL="0" rtl="0" algn="l">
              <a:spcBef>
                <a:spcPts val="0"/>
              </a:spcBef>
              <a:spcAft>
                <a:spcPts val="0"/>
              </a:spcAft>
              <a:buNone/>
            </a:pPr>
            <a:r>
              <a:t/>
            </a:r>
            <a:endParaRPr>
              <a:latin typeface="DM Mono"/>
              <a:ea typeface="DM Mono"/>
              <a:cs typeface="DM Mono"/>
              <a:sym typeface="DM Mono"/>
            </a:endParaRPr>
          </a:p>
          <a:p>
            <a:pPr indent="-311150" lvl="0" marL="314325" rtl="0" algn="l">
              <a:spcBef>
                <a:spcPts val="0"/>
              </a:spcBef>
              <a:spcAft>
                <a:spcPts val="0"/>
              </a:spcAft>
              <a:buSzPts val="1300"/>
              <a:buChar char="●"/>
            </a:pPr>
            <a:r>
              <a:rPr lang="en"/>
              <a:t>"What's my current global cash position?"</a:t>
            </a:r>
            <a:endParaRPr/>
          </a:p>
          <a:p>
            <a:pPr indent="0" lvl="0" marL="0" rtl="0" algn="l">
              <a:spcBef>
                <a:spcPts val="0"/>
              </a:spcBef>
              <a:spcAft>
                <a:spcPts val="0"/>
              </a:spcAft>
              <a:buNone/>
            </a:pPr>
            <a:r>
              <a:t/>
            </a:r>
            <a:endParaRPr/>
          </a:p>
          <a:p>
            <a:pPr indent="-311150" lvl="0" marL="314325" rtl="0" algn="l">
              <a:spcBef>
                <a:spcPts val="0"/>
              </a:spcBef>
              <a:spcAft>
                <a:spcPts val="0"/>
              </a:spcAft>
              <a:buSzPts val="1300"/>
              <a:buChar char="●"/>
            </a:pPr>
            <a:r>
              <a:rPr lang="en"/>
              <a:t>"Show me today's bank balances across all entities"</a:t>
            </a:r>
            <a:endParaRPr/>
          </a:p>
          <a:p>
            <a:pPr indent="0" lvl="0" marL="0" rtl="0" algn="l">
              <a:spcBef>
                <a:spcPts val="0"/>
              </a:spcBef>
              <a:spcAft>
                <a:spcPts val="0"/>
              </a:spcAft>
              <a:buNone/>
            </a:pPr>
            <a:r>
              <a:t/>
            </a:r>
            <a:endParaRPr/>
          </a:p>
          <a:p>
            <a:pPr indent="-311150" lvl="0" marL="314325" rtl="0" algn="l">
              <a:spcBef>
                <a:spcPts val="0"/>
              </a:spcBef>
              <a:spcAft>
                <a:spcPts val="0"/>
              </a:spcAft>
              <a:buSzPts val="1300"/>
              <a:buChar char="●"/>
            </a:pPr>
            <a:r>
              <a:rPr lang="en"/>
              <a:t>"List all our active bank accounts in Germany"</a:t>
            </a:r>
            <a:endParaRPr/>
          </a:p>
          <a:p>
            <a:pPr indent="0" lvl="0" marL="0" rtl="0" algn="l">
              <a:spcBef>
                <a:spcPts val="0"/>
              </a:spcBef>
              <a:spcAft>
                <a:spcPts val="0"/>
              </a:spcAft>
              <a:buNone/>
            </a:pPr>
            <a:r>
              <a:t/>
            </a:r>
            <a:endParaRPr/>
          </a:p>
          <a:p>
            <a:pPr indent="-311150" lvl="0" marL="314325" rtl="0" algn="l">
              <a:spcBef>
                <a:spcPts val="0"/>
              </a:spcBef>
              <a:spcAft>
                <a:spcPts val="0"/>
              </a:spcAft>
              <a:buSzPts val="1300"/>
              <a:buChar char="●"/>
            </a:pPr>
            <a:r>
              <a:rPr lang="en"/>
              <a:t>“How to create a user in Kyriba?”</a:t>
            </a:r>
            <a:endParaRPr/>
          </a:p>
        </p:txBody>
      </p:sp>
      <p:sp>
        <p:nvSpPr>
          <p:cNvPr id="383" name="Google Shape;383;p62"/>
          <p:cNvSpPr txBox="1"/>
          <p:nvPr>
            <p:ph idx="1" type="body"/>
          </p:nvPr>
        </p:nvSpPr>
        <p:spPr>
          <a:xfrm>
            <a:off x="3254850" y="1152475"/>
            <a:ext cx="2634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DM Mono"/>
                <a:ea typeface="DM Mono"/>
                <a:cs typeface="DM Mono"/>
                <a:sym typeface="DM Mono"/>
              </a:rPr>
              <a:t>Simple Interactions</a:t>
            </a:r>
            <a:endParaRPr sz="1500">
              <a:latin typeface="DM Mono"/>
              <a:ea typeface="DM Mono"/>
              <a:cs typeface="DM Mono"/>
              <a:sym typeface="DM Mono"/>
            </a:endParaRPr>
          </a:p>
          <a:p>
            <a:pPr indent="0" lvl="0" marL="0" rtl="0" algn="l">
              <a:spcBef>
                <a:spcPts val="0"/>
              </a:spcBef>
              <a:spcAft>
                <a:spcPts val="0"/>
              </a:spcAft>
              <a:buNone/>
            </a:pPr>
            <a:r>
              <a:t/>
            </a:r>
            <a:endParaRPr/>
          </a:p>
          <a:p>
            <a:pPr indent="-311150" lvl="0" marL="342900" rtl="0" algn="l">
              <a:spcBef>
                <a:spcPts val="0"/>
              </a:spcBef>
              <a:spcAft>
                <a:spcPts val="0"/>
              </a:spcAft>
              <a:buSzPts val="1300"/>
              <a:buChar char="●"/>
            </a:pPr>
            <a:r>
              <a:rPr lang="en"/>
              <a:t>"Show me next week's cash forecast" → "What are the main drivers of the variance?"</a:t>
            </a:r>
            <a:endParaRPr/>
          </a:p>
          <a:p>
            <a:pPr indent="0" lvl="0" marL="0" rtl="0" algn="l">
              <a:spcBef>
                <a:spcPts val="0"/>
              </a:spcBef>
              <a:spcAft>
                <a:spcPts val="0"/>
              </a:spcAft>
              <a:buNone/>
            </a:pPr>
            <a:r>
              <a:t/>
            </a:r>
            <a:endParaRPr/>
          </a:p>
          <a:p>
            <a:pPr indent="-311150" lvl="0" marL="342900" rtl="0" algn="l">
              <a:spcBef>
                <a:spcPts val="0"/>
              </a:spcBef>
              <a:spcAft>
                <a:spcPts val="0"/>
              </a:spcAft>
              <a:buSzPts val="1300"/>
              <a:buChar char="●"/>
            </a:pPr>
            <a:r>
              <a:rPr lang="en"/>
              <a:t>"What's our Q3 liquidity projection?" → "How does this compare to last quarter?"</a:t>
            </a:r>
            <a:endParaRPr/>
          </a:p>
          <a:p>
            <a:pPr indent="0" lvl="0" marL="0" rtl="0" algn="l">
              <a:spcBef>
                <a:spcPts val="0"/>
              </a:spcBef>
              <a:spcAft>
                <a:spcPts val="0"/>
              </a:spcAft>
              <a:buNone/>
            </a:pPr>
            <a:r>
              <a:t/>
            </a:r>
            <a:endParaRPr/>
          </a:p>
          <a:p>
            <a:pPr indent="-311150" lvl="0" marL="342900" rtl="0" algn="l">
              <a:spcBef>
                <a:spcPts val="0"/>
              </a:spcBef>
              <a:spcAft>
                <a:spcPts val="0"/>
              </a:spcAft>
              <a:buSzPts val="1300"/>
              <a:buChar char="●"/>
            </a:pPr>
            <a:r>
              <a:rPr lang="en"/>
              <a:t>"Display cash flow by entity" → "Which entity has the highest outflow?"</a:t>
            </a:r>
            <a:endParaRPr/>
          </a:p>
        </p:txBody>
      </p:sp>
      <p:sp>
        <p:nvSpPr>
          <p:cNvPr id="384" name="Google Shape;384;p62"/>
          <p:cNvSpPr txBox="1"/>
          <p:nvPr>
            <p:ph idx="1" type="body"/>
          </p:nvPr>
        </p:nvSpPr>
        <p:spPr>
          <a:xfrm>
            <a:off x="6258725" y="1152475"/>
            <a:ext cx="2634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DM Mono"/>
                <a:ea typeface="DM Mono"/>
                <a:cs typeface="DM Mono"/>
                <a:sym typeface="DM Mono"/>
              </a:rPr>
              <a:t>Complex Interactions</a:t>
            </a:r>
            <a:endParaRPr sz="1500">
              <a:latin typeface="DM Mono"/>
              <a:ea typeface="DM Mono"/>
              <a:cs typeface="DM Mono"/>
              <a:sym typeface="DM Mono"/>
            </a:endParaRPr>
          </a:p>
          <a:p>
            <a:pPr indent="0" lvl="0" marL="0" rtl="0" algn="l">
              <a:spcBef>
                <a:spcPts val="0"/>
              </a:spcBef>
              <a:spcAft>
                <a:spcPts val="0"/>
              </a:spcAft>
              <a:buNone/>
            </a:pPr>
            <a:r>
              <a:t/>
            </a:r>
            <a:endParaRPr/>
          </a:p>
          <a:p>
            <a:pPr indent="-311150" lvl="0" marL="342900" rtl="0" algn="l">
              <a:spcBef>
                <a:spcPts val="0"/>
              </a:spcBef>
              <a:spcAft>
                <a:spcPts val="0"/>
              </a:spcAft>
              <a:buSzPts val="1300"/>
              <a:buAutoNum type="arabicPeriod"/>
            </a:pPr>
            <a:r>
              <a:rPr lang="en"/>
              <a:t>"Analyze our global cash position"</a:t>
            </a:r>
            <a:endParaRPr/>
          </a:p>
          <a:p>
            <a:pPr indent="0" lvl="0" marL="457200" rtl="0" algn="l">
              <a:spcBef>
                <a:spcPts val="0"/>
              </a:spcBef>
              <a:spcAft>
                <a:spcPts val="0"/>
              </a:spcAft>
              <a:buNone/>
            </a:pPr>
            <a:r>
              <a:t/>
            </a:r>
            <a:endParaRPr/>
          </a:p>
          <a:p>
            <a:pPr indent="-311150" lvl="0" marL="342900" rtl="0" algn="l">
              <a:spcBef>
                <a:spcPts val="0"/>
              </a:spcBef>
              <a:spcAft>
                <a:spcPts val="0"/>
              </a:spcAft>
              <a:buSzPts val="1300"/>
              <a:buAutoNum type="arabicPeriod"/>
            </a:pPr>
            <a:r>
              <a:rPr lang="en"/>
              <a:t>"Identify surplus cash by region"</a:t>
            </a:r>
            <a:endParaRPr/>
          </a:p>
          <a:p>
            <a:pPr indent="0" lvl="0" marL="457200" rtl="0" algn="l">
              <a:spcBef>
                <a:spcPts val="0"/>
              </a:spcBef>
              <a:spcAft>
                <a:spcPts val="0"/>
              </a:spcAft>
              <a:buNone/>
            </a:pPr>
            <a:r>
              <a:t/>
            </a:r>
            <a:endParaRPr/>
          </a:p>
          <a:p>
            <a:pPr indent="-311150" lvl="0" marL="342900" rtl="0" algn="l">
              <a:spcBef>
                <a:spcPts val="0"/>
              </a:spcBef>
              <a:spcAft>
                <a:spcPts val="0"/>
              </a:spcAft>
              <a:buSzPts val="1300"/>
              <a:buAutoNum type="arabicPeriod"/>
            </a:pPr>
            <a:r>
              <a:rPr lang="en"/>
              <a:t>"Recommend optimal investment opportunities"</a:t>
            </a:r>
            <a:endParaRPr/>
          </a:p>
          <a:p>
            <a:pPr indent="0" lvl="0" marL="457200" rtl="0" algn="l">
              <a:spcBef>
                <a:spcPts val="0"/>
              </a:spcBef>
              <a:spcAft>
                <a:spcPts val="0"/>
              </a:spcAft>
              <a:buNone/>
            </a:pPr>
            <a:r>
              <a:t/>
            </a:r>
            <a:endParaRPr/>
          </a:p>
          <a:p>
            <a:pPr indent="-311150" lvl="0" marL="342900" rtl="0" algn="l">
              <a:spcBef>
                <a:spcPts val="0"/>
              </a:spcBef>
              <a:spcAft>
                <a:spcPts val="0"/>
              </a:spcAft>
              <a:buSzPts val="1300"/>
              <a:buAutoNum type="arabicPeriod"/>
            </a:pPr>
            <a:r>
              <a:rPr lang="en"/>
              <a:t>"Prepare investment proposal for CFO review"</a:t>
            </a:r>
            <a:endParaRPr/>
          </a:p>
        </p:txBody>
      </p:sp>
      <p:sp>
        <p:nvSpPr>
          <p:cNvPr id="385" name="Google Shape;385;p62"/>
          <p:cNvSpPr txBox="1"/>
          <p:nvPr/>
        </p:nvSpPr>
        <p:spPr>
          <a:xfrm>
            <a:off x="358975" y="886450"/>
            <a:ext cx="8402400" cy="206400"/>
          </a:xfrm>
          <a:prstGeom prst="rect">
            <a:avLst/>
          </a:prstGeom>
          <a:solidFill>
            <a:srgbClr val="FFF2CC"/>
          </a:solidFill>
          <a:ln cap="flat" cmpd="sng" w="9525">
            <a:solidFill>
              <a:srgbClr val="BF9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BF9000"/>
                </a:solidFill>
                <a:latin typeface="DM Sans"/>
                <a:ea typeface="DM Sans"/>
                <a:cs typeface="DM Sans"/>
                <a:sym typeface="DM Sans"/>
              </a:rPr>
              <a:t>Disclaimer: these examples are illustrative only. Query returns &amp; unit consumption will vary by customer.</a:t>
            </a:r>
            <a:endParaRPr sz="1200">
              <a:solidFill>
                <a:srgbClr val="BF9000"/>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9" name="Shape 389"/>
        <p:cNvGrpSpPr/>
        <p:nvPr/>
      </p:nvGrpSpPr>
      <p:grpSpPr>
        <a:xfrm>
          <a:off x="0" y="0"/>
          <a:ext cx="0" cy="0"/>
          <a:chOff x="0" y="0"/>
          <a:chExt cx="0" cy="0"/>
        </a:xfrm>
      </p:grpSpPr>
      <p:grpSp>
        <p:nvGrpSpPr>
          <p:cNvPr id="390" name="Google Shape;390;p63"/>
          <p:cNvGrpSpPr/>
          <p:nvPr/>
        </p:nvGrpSpPr>
        <p:grpSpPr>
          <a:xfrm>
            <a:off x="2011325" y="1097325"/>
            <a:ext cx="5539200" cy="3159450"/>
            <a:chOff x="2011325" y="1097325"/>
            <a:chExt cx="5539200" cy="3159450"/>
          </a:xfrm>
        </p:grpSpPr>
        <p:grpSp>
          <p:nvGrpSpPr>
            <p:cNvPr id="391" name="Google Shape;391;p63"/>
            <p:cNvGrpSpPr/>
            <p:nvPr/>
          </p:nvGrpSpPr>
          <p:grpSpPr>
            <a:xfrm>
              <a:off x="2011325" y="1097325"/>
              <a:ext cx="5539200" cy="3159450"/>
              <a:chOff x="2011325" y="1097325"/>
              <a:chExt cx="5539200" cy="3159450"/>
            </a:xfrm>
          </p:grpSpPr>
          <p:sp>
            <p:nvSpPr>
              <p:cNvPr id="392" name="Google Shape;392;p63"/>
              <p:cNvSpPr/>
              <p:nvPr/>
            </p:nvSpPr>
            <p:spPr>
              <a:xfrm>
                <a:off x="2011325" y="2851875"/>
                <a:ext cx="5539200" cy="1404900"/>
              </a:xfrm>
              <a:prstGeom prst="curvedUpArrow">
                <a:avLst>
                  <a:gd fmla="val 25000" name="adj1"/>
                  <a:gd fmla="val 50000" name="adj2"/>
                  <a:gd fmla="val 25000" name="adj3"/>
                </a:avLst>
              </a:prstGeom>
              <a:solidFill>
                <a:srgbClr val="B6D7A8"/>
              </a:solidFill>
              <a:ln cap="flat" cmpd="sng" w="9525">
                <a:solidFill>
                  <a:srgbClr val="D4DFE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93" name="Google Shape;393;p63"/>
              <p:cNvSpPr/>
              <p:nvPr/>
            </p:nvSpPr>
            <p:spPr>
              <a:xfrm>
                <a:off x="3077150" y="1422675"/>
                <a:ext cx="3016800" cy="290700"/>
              </a:xfrm>
              <a:prstGeom prst="rightArrow">
                <a:avLst>
                  <a:gd fmla="val 50000" name="adj1"/>
                  <a:gd fmla="val 50000" name="adj2"/>
                </a:avLst>
              </a:prstGeom>
              <a:solidFill>
                <a:srgbClr val="EA9999"/>
              </a:solidFill>
              <a:ln cap="flat" cmpd="sng" w="9525">
                <a:solidFill>
                  <a:srgbClr val="D4DFE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94" name="Google Shape;394;p63"/>
              <p:cNvSpPr/>
              <p:nvPr/>
            </p:nvSpPr>
            <p:spPr>
              <a:xfrm>
                <a:off x="3916925" y="1097325"/>
                <a:ext cx="1130400" cy="941400"/>
              </a:xfrm>
              <a:prstGeom prst="mathMultiply">
                <a:avLst>
                  <a:gd fmla="val 23520" name="adj1"/>
                </a:avLst>
              </a:prstGeom>
              <a:solidFill>
                <a:srgbClr val="FF0000"/>
              </a:solidFill>
              <a:ln cap="flat" cmpd="sng" w="9525">
                <a:solidFill>
                  <a:srgbClr val="D4DFE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pic>
          <p:nvPicPr>
            <p:cNvPr id="395" name="Google Shape;395;p63" title="tickGreen.png"/>
            <p:cNvPicPr preferRelativeResize="0"/>
            <p:nvPr/>
          </p:nvPicPr>
          <p:blipFill>
            <a:blip r:embed="rId3">
              <a:alphaModFix/>
            </a:blip>
            <a:stretch>
              <a:fillRect/>
            </a:stretch>
          </p:blipFill>
          <p:spPr>
            <a:xfrm>
              <a:off x="2143288" y="3157288"/>
              <a:ext cx="1053834" cy="941832"/>
            </a:xfrm>
            <a:prstGeom prst="rect">
              <a:avLst/>
            </a:prstGeom>
            <a:noFill/>
            <a:ln>
              <a:noFill/>
            </a:ln>
          </p:spPr>
        </p:pic>
      </p:grpSp>
      <p:sp>
        <p:nvSpPr>
          <p:cNvPr id="396" name="Google Shape;396;p63"/>
          <p:cNvSpPr txBox="1"/>
          <p:nvPr>
            <p:ph type="title"/>
          </p:nvPr>
        </p:nvSpPr>
        <p:spPr>
          <a:xfrm>
            <a:off x="228600" y="342900"/>
            <a:ext cx="61176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500">
                <a:latin typeface="DM Mono Medium"/>
                <a:ea typeface="DM Mono Medium"/>
                <a:cs typeface="DM Mono Medium"/>
                <a:sym typeface="DM Mono Medium"/>
              </a:rPr>
              <a:t>How is TAI priced?</a:t>
            </a:r>
            <a:endParaRPr sz="2500">
              <a:latin typeface="DM Mono Medium"/>
              <a:ea typeface="DM Mono Medium"/>
              <a:cs typeface="DM Mono Medium"/>
              <a:sym typeface="DM Mono Medium"/>
            </a:endParaRPr>
          </a:p>
        </p:txBody>
      </p:sp>
      <p:cxnSp>
        <p:nvCxnSpPr>
          <p:cNvPr id="397" name="Google Shape;397;p63"/>
          <p:cNvCxnSpPr/>
          <p:nvPr/>
        </p:nvCxnSpPr>
        <p:spPr>
          <a:xfrm>
            <a:off x="745600" y="2571670"/>
            <a:ext cx="7652700" cy="0"/>
          </a:xfrm>
          <a:prstGeom prst="straightConnector1">
            <a:avLst/>
          </a:prstGeom>
          <a:noFill/>
          <a:ln cap="flat" cmpd="sng" w="9525">
            <a:solidFill>
              <a:srgbClr val="D4DFE4"/>
            </a:solidFill>
            <a:prstDash val="solid"/>
            <a:round/>
            <a:headEnd len="sm" w="sm" type="none"/>
            <a:tailEnd len="sm" w="sm" type="none"/>
          </a:ln>
        </p:spPr>
      </p:cxnSp>
      <p:grpSp>
        <p:nvGrpSpPr>
          <p:cNvPr id="398" name="Google Shape;398;p63"/>
          <p:cNvGrpSpPr/>
          <p:nvPr/>
        </p:nvGrpSpPr>
        <p:grpSpPr>
          <a:xfrm>
            <a:off x="3560350" y="2422047"/>
            <a:ext cx="2023200" cy="2157753"/>
            <a:chOff x="2160200" y="2422047"/>
            <a:chExt cx="2023200" cy="2157753"/>
          </a:xfrm>
        </p:grpSpPr>
        <p:sp>
          <p:nvSpPr>
            <p:cNvPr id="399" name="Google Shape;399;p63"/>
            <p:cNvSpPr/>
            <p:nvPr/>
          </p:nvSpPr>
          <p:spPr>
            <a:xfrm>
              <a:off x="2797694" y="2422047"/>
              <a:ext cx="748200" cy="299400"/>
            </a:xfrm>
            <a:prstGeom prst="roundRect">
              <a:avLst>
                <a:gd fmla="val 50000"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DM Mono"/>
                  <a:ea typeface="DM Mono"/>
                  <a:cs typeface="DM Mono"/>
                  <a:sym typeface="DM Mono"/>
                </a:rPr>
                <a:t>2</a:t>
              </a:r>
              <a:endParaRPr b="0" i="0" sz="1200" u="none" cap="none" strike="noStrike">
                <a:solidFill>
                  <a:schemeClr val="dk1"/>
                </a:solidFill>
                <a:latin typeface="DM Mono"/>
                <a:ea typeface="DM Mono"/>
                <a:cs typeface="DM Mono"/>
                <a:sym typeface="DM Mono"/>
              </a:endParaRPr>
            </a:p>
          </p:txBody>
        </p:sp>
        <p:cxnSp>
          <p:nvCxnSpPr>
            <p:cNvPr id="400" name="Google Shape;400;p63"/>
            <p:cNvCxnSpPr/>
            <p:nvPr/>
          </p:nvCxnSpPr>
          <p:spPr>
            <a:xfrm>
              <a:off x="3171825" y="2721300"/>
              <a:ext cx="0" cy="299400"/>
            </a:xfrm>
            <a:prstGeom prst="straightConnector1">
              <a:avLst/>
            </a:prstGeom>
            <a:noFill/>
            <a:ln cap="flat" cmpd="sng" w="9525">
              <a:solidFill>
                <a:srgbClr val="D4DFE4"/>
              </a:solidFill>
              <a:prstDash val="solid"/>
              <a:round/>
              <a:headEnd len="sm" w="sm" type="none"/>
              <a:tailEnd len="sm" w="sm" type="none"/>
            </a:ln>
          </p:spPr>
        </p:cxnSp>
        <p:sp>
          <p:nvSpPr>
            <p:cNvPr id="401" name="Google Shape;401;p63"/>
            <p:cNvSpPr/>
            <p:nvPr/>
          </p:nvSpPr>
          <p:spPr>
            <a:xfrm>
              <a:off x="2160200" y="3020700"/>
              <a:ext cx="2023200" cy="1559100"/>
            </a:xfrm>
            <a:prstGeom prst="roundRect">
              <a:avLst>
                <a:gd fmla="val 16667" name="adj"/>
              </a:avLst>
            </a:prstGeom>
            <a:solidFill>
              <a:srgbClr val="D4DFE4"/>
            </a:solidFill>
            <a:ln cap="flat" cmpd="sng" w="9525">
              <a:solidFill>
                <a:srgbClr val="D4DFE4"/>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n" sz="900">
                  <a:solidFill>
                    <a:schemeClr val="dk1"/>
                  </a:solidFill>
                  <a:latin typeface="DM Mono Medium"/>
                  <a:ea typeface="DM Mono Medium"/>
                  <a:cs typeface="DM Mono Medium"/>
                  <a:sym typeface="DM Mono Medium"/>
                </a:rPr>
                <a:t>Upsell Kyriba Unit Pack</a:t>
              </a:r>
              <a:endParaRPr i="0" sz="900" u="none" cap="none" strike="noStrike">
                <a:solidFill>
                  <a:schemeClr val="dk1"/>
                </a:solidFill>
                <a:latin typeface="DM Mono Medium"/>
                <a:ea typeface="DM Mono Medium"/>
                <a:cs typeface="DM Mono Medium"/>
                <a:sym typeface="DM Mono Medium"/>
              </a:endParaRPr>
            </a:p>
            <a:p>
              <a:pPr indent="0" lvl="0" marL="0" marR="0" rtl="0" algn="l">
                <a:lnSpc>
                  <a:spcPct val="100000"/>
                </a:lnSpc>
                <a:spcBef>
                  <a:spcPts val="1200"/>
                </a:spcBef>
                <a:spcAft>
                  <a:spcPts val="0"/>
                </a:spcAft>
                <a:buClr>
                  <a:srgbClr val="000000"/>
                </a:buClr>
                <a:buSzPts val="900"/>
                <a:buFont typeface="Arial"/>
                <a:buNone/>
              </a:pPr>
              <a:r>
                <a:rPr lang="en" sz="900">
                  <a:solidFill>
                    <a:schemeClr val="dk1"/>
                  </a:solidFill>
                  <a:latin typeface="DM Sans"/>
                  <a:ea typeface="DM Sans"/>
                  <a:cs typeface="DM Sans"/>
                  <a:sym typeface="DM Sans"/>
                </a:rPr>
                <a:t>C</a:t>
              </a:r>
              <a:r>
                <a:rPr lang="en" sz="900">
                  <a:solidFill>
                    <a:schemeClr val="dk1"/>
                  </a:solidFill>
                  <a:latin typeface="DM Sans"/>
                  <a:ea typeface="DM Sans"/>
                  <a:cs typeface="DM Sans"/>
                  <a:sym typeface="DM Sans"/>
                </a:rPr>
                <a:t>ustomers buy Kyriba Unit packs </a:t>
              </a:r>
              <a:r>
                <a:rPr b="1" lang="en" sz="900">
                  <a:solidFill>
                    <a:schemeClr val="dk1"/>
                  </a:solidFill>
                  <a:latin typeface="DM Sans"/>
                  <a:ea typeface="DM Sans"/>
                  <a:cs typeface="DM Sans"/>
                  <a:sym typeface="DM Sans"/>
                </a:rPr>
                <a:t>aligned with their subscription</a:t>
              </a:r>
              <a:r>
                <a:rPr lang="en" sz="900">
                  <a:solidFill>
                    <a:schemeClr val="dk1"/>
                  </a:solidFill>
                  <a:latin typeface="DM Sans"/>
                  <a:ea typeface="DM Sans"/>
                  <a:cs typeface="DM Sans"/>
                  <a:sym typeface="DM Sans"/>
                </a:rPr>
                <a:t>.</a:t>
              </a:r>
              <a:endParaRPr sz="900">
                <a:solidFill>
                  <a:schemeClr val="dk1"/>
                </a:solidFill>
                <a:latin typeface="DM Sans"/>
                <a:ea typeface="DM Sans"/>
                <a:cs typeface="DM Sans"/>
                <a:sym typeface="DM Sans"/>
              </a:endParaRPr>
            </a:p>
            <a:p>
              <a:pPr indent="0" lvl="0" marL="0" marR="0" rtl="0" algn="l">
                <a:lnSpc>
                  <a:spcPct val="100000"/>
                </a:lnSpc>
                <a:spcBef>
                  <a:spcPts val="1200"/>
                </a:spcBef>
                <a:spcAft>
                  <a:spcPts val="1200"/>
                </a:spcAft>
                <a:buClr>
                  <a:srgbClr val="000000"/>
                </a:buClr>
                <a:buSzPts val="900"/>
                <a:buFont typeface="Arial"/>
                <a:buNone/>
              </a:pPr>
              <a:r>
                <a:rPr lang="en" sz="900">
                  <a:solidFill>
                    <a:schemeClr val="dk1"/>
                  </a:solidFill>
                  <a:latin typeface="DM Sans"/>
                  <a:ea typeface="DM Sans"/>
                  <a:cs typeface="DM Sans"/>
                  <a:sym typeface="DM Sans"/>
                </a:rPr>
                <a:t>NOTE: You can sell more than one pack based on customer need.</a:t>
              </a:r>
              <a:endParaRPr sz="900">
                <a:solidFill>
                  <a:schemeClr val="dk1"/>
                </a:solidFill>
                <a:latin typeface="DM Sans"/>
                <a:ea typeface="DM Sans"/>
                <a:cs typeface="DM Sans"/>
                <a:sym typeface="DM Sans"/>
              </a:endParaRPr>
            </a:p>
          </p:txBody>
        </p:sp>
      </p:grpSp>
      <p:grpSp>
        <p:nvGrpSpPr>
          <p:cNvPr id="402" name="Google Shape;402;p63"/>
          <p:cNvGrpSpPr/>
          <p:nvPr/>
        </p:nvGrpSpPr>
        <p:grpSpPr>
          <a:xfrm>
            <a:off x="904850" y="993450"/>
            <a:ext cx="2023200" cy="1727997"/>
            <a:chOff x="760025" y="993450"/>
            <a:chExt cx="2023200" cy="1727997"/>
          </a:xfrm>
        </p:grpSpPr>
        <p:sp>
          <p:nvSpPr>
            <p:cNvPr id="403" name="Google Shape;403;p63"/>
            <p:cNvSpPr/>
            <p:nvPr/>
          </p:nvSpPr>
          <p:spPr>
            <a:xfrm>
              <a:off x="1397518" y="2422047"/>
              <a:ext cx="748200" cy="299400"/>
            </a:xfrm>
            <a:prstGeom prst="roundRect">
              <a:avLst>
                <a:gd fmla="val 50000"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DM Mono"/>
                  <a:ea typeface="DM Mono"/>
                  <a:cs typeface="DM Mono"/>
                  <a:sym typeface="DM Mono"/>
                </a:rPr>
                <a:t>1</a:t>
              </a:r>
              <a:endParaRPr b="0" i="0" sz="1200" u="none" cap="none" strike="noStrike">
                <a:solidFill>
                  <a:schemeClr val="dk1"/>
                </a:solidFill>
                <a:latin typeface="DM Mono"/>
                <a:ea typeface="DM Mono"/>
                <a:cs typeface="DM Mono"/>
                <a:sym typeface="DM Mono"/>
              </a:endParaRPr>
            </a:p>
          </p:txBody>
        </p:sp>
        <p:cxnSp>
          <p:nvCxnSpPr>
            <p:cNvPr id="404" name="Google Shape;404;p63"/>
            <p:cNvCxnSpPr/>
            <p:nvPr/>
          </p:nvCxnSpPr>
          <p:spPr>
            <a:xfrm>
              <a:off x="1771625" y="2122650"/>
              <a:ext cx="0" cy="299400"/>
            </a:xfrm>
            <a:prstGeom prst="straightConnector1">
              <a:avLst/>
            </a:prstGeom>
            <a:noFill/>
            <a:ln cap="flat" cmpd="sng" w="9525">
              <a:solidFill>
                <a:srgbClr val="D4DFE4"/>
              </a:solidFill>
              <a:prstDash val="solid"/>
              <a:round/>
              <a:headEnd len="sm" w="sm" type="none"/>
              <a:tailEnd len="sm" w="sm" type="none"/>
            </a:ln>
          </p:spPr>
        </p:cxnSp>
        <p:sp>
          <p:nvSpPr>
            <p:cNvPr id="405" name="Google Shape;405;p63"/>
            <p:cNvSpPr/>
            <p:nvPr/>
          </p:nvSpPr>
          <p:spPr>
            <a:xfrm>
              <a:off x="760025" y="993450"/>
              <a:ext cx="2023200" cy="1129200"/>
            </a:xfrm>
            <a:prstGeom prst="roundRect">
              <a:avLst>
                <a:gd fmla="val 16667" name="adj"/>
              </a:avLst>
            </a:prstGeom>
            <a:solidFill>
              <a:srgbClr val="D4DFE4"/>
            </a:solidFill>
            <a:ln cap="flat" cmpd="sng" w="9525">
              <a:solidFill>
                <a:srgbClr val="D4DFE4"/>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n" sz="900">
                  <a:solidFill>
                    <a:schemeClr val="dk1"/>
                  </a:solidFill>
                  <a:latin typeface="DM Mono Medium"/>
                  <a:ea typeface="DM Mono Medium"/>
                  <a:cs typeface="DM Mono Medium"/>
                  <a:sym typeface="DM Mono Medium"/>
                </a:rPr>
                <a:t>TAI is Bundled with Cash Management Module </a:t>
              </a:r>
              <a:endParaRPr i="0" sz="900" u="none" cap="none" strike="noStrike">
                <a:solidFill>
                  <a:schemeClr val="dk1"/>
                </a:solidFill>
                <a:latin typeface="DM Mono Medium"/>
                <a:ea typeface="DM Mono Medium"/>
                <a:cs typeface="DM Mono Medium"/>
                <a:sym typeface="DM Mono Medium"/>
              </a:endParaRPr>
            </a:p>
            <a:p>
              <a:pPr indent="0" lvl="0" marL="0" marR="0" rtl="0" algn="l">
                <a:lnSpc>
                  <a:spcPct val="100000"/>
                </a:lnSpc>
                <a:spcBef>
                  <a:spcPts val="1200"/>
                </a:spcBef>
                <a:spcAft>
                  <a:spcPts val="1200"/>
                </a:spcAft>
                <a:buClr>
                  <a:srgbClr val="000000"/>
                </a:buClr>
                <a:buSzPts val="900"/>
                <a:buFont typeface="Arial"/>
                <a:buNone/>
              </a:pPr>
              <a:r>
                <a:rPr lang="en" sz="900">
                  <a:solidFill>
                    <a:schemeClr val="dk1"/>
                  </a:solidFill>
                  <a:latin typeface="DM Sans"/>
                  <a:ea typeface="DM Sans"/>
                  <a:cs typeface="DM Sans"/>
                  <a:sym typeface="DM Sans"/>
                </a:rPr>
                <a:t>Adds </a:t>
              </a:r>
              <a:r>
                <a:rPr b="1" lang="en" sz="900">
                  <a:solidFill>
                    <a:schemeClr val="dk1"/>
                  </a:solidFill>
                  <a:latin typeface="DM Sans"/>
                  <a:ea typeface="DM Sans"/>
                  <a:cs typeface="DM Sans"/>
                  <a:sym typeface="DM Sans"/>
                </a:rPr>
                <a:t>$1,200 uplift to list price</a:t>
              </a:r>
              <a:r>
                <a:rPr lang="en" sz="900">
                  <a:solidFill>
                    <a:schemeClr val="dk1"/>
                  </a:solidFill>
                  <a:latin typeface="DM Sans"/>
                  <a:ea typeface="DM Sans"/>
                  <a:cs typeface="DM Sans"/>
                  <a:sym typeface="DM Sans"/>
                </a:rPr>
                <a:t> - user receives enough Kyriba Units for ~1 user per month. </a:t>
              </a:r>
              <a:endParaRPr sz="900">
                <a:solidFill>
                  <a:schemeClr val="dk1"/>
                </a:solidFill>
                <a:latin typeface="DM Sans"/>
                <a:ea typeface="DM Sans"/>
                <a:cs typeface="DM Sans"/>
                <a:sym typeface="DM Sans"/>
              </a:endParaRPr>
            </a:p>
          </p:txBody>
        </p:sp>
      </p:grpSp>
      <p:grpSp>
        <p:nvGrpSpPr>
          <p:cNvPr id="406" name="Google Shape;406;p63"/>
          <p:cNvGrpSpPr/>
          <p:nvPr/>
        </p:nvGrpSpPr>
        <p:grpSpPr>
          <a:xfrm>
            <a:off x="6215850" y="866475"/>
            <a:ext cx="2023200" cy="1854972"/>
            <a:chOff x="3560375" y="866475"/>
            <a:chExt cx="2023200" cy="1854972"/>
          </a:xfrm>
        </p:grpSpPr>
        <p:sp>
          <p:nvSpPr>
            <p:cNvPr id="407" name="Google Shape;407;p63"/>
            <p:cNvSpPr/>
            <p:nvPr/>
          </p:nvSpPr>
          <p:spPr>
            <a:xfrm>
              <a:off x="4197871" y="2422047"/>
              <a:ext cx="748200" cy="299400"/>
            </a:xfrm>
            <a:prstGeom prst="roundRect">
              <a:avLst>
                <a:gd fmla="val 50000" name="adj"/>
              </a:avLst>
            </a:prstGeom>
            <a:solidFill>
              <a:srgbClr val="D4DFE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chemeClr val="dk1"/>
                  </a:solidFill>
                  <a:latin typeface="DM Mono"/>
                  <a:ea typeface="DM Mono"/>
                  <a:cs typeface="DM Mono"/>
                  <a:sym typeface="DM Mono"/>
                </a:rPr>
                <a:t>3</a:t>
              </a:r>
              <a:endParaRPr b="0" i="0" sz="1200" u="none" cap="none" strike="noStrike">
                <a:solidFill>
                  <a:schemeClr val="dk1"/>
                </a:solidFill>
                <a:latin typeface="DM Mono"/>
                <a:ea typeface="DM Mono"/>
                <a:cs typeface="DM Mono"/>
                <a:sym typeface="DM Mono"/>
              </a:endParaRPr>
            </a:p>
          </p:txBody>
        </p:sp>
        <p:cxnSp>
          <p:nvCxnSpPr>
            <p:cNvPr id="408" name="Google Shape;408;p63"/>
            <p:cNvCxnSpPr>
              <a:stCxn id="409" idx="2"/>
            </p:cNvCxnSpPr>
            <p:nvPr/>
          </p:nvCxnSpPr>
          <p:spPr>
            <a:xfrm>
              <a:off x="4571975" y="1973175"/>
              <a:ext cx="0" cy="448800"/>
            </a:xfrm>
            <a:prstGeom prst="straightConnector1">
              <a:avLst/>
            </a:prstGeom>
            <a:noFill/>
            <a:ln cap="flat" cmpd="sng" w="9525">
              <a:solidFill>
                <a:srgbClr val="D4DFE4"/>
              </a:solidFill>
              <a:prstDash val="solid"/>
              <a:round/>
              <a:headEnd len="sm" w="sm" type="none"/>
              <a:tailEnd len="sm" w="sm" type="none"/>
            </a:ln>
          </p:spPr>
        </p:cxnSp>
        <p:sp>
          <p:nvSpPr>
            <p:cNvPr id="409" name="Google Shape;409;p63"/>
            <p:cNvSpPr/>
            <p:nvPr/>
          </p:nvSpPr>
          <p:spPr>
            <a:xfrm>
              <a:off x="3560375" y="866475"/>
              <a:ext cx="2023200" cy="1106700"/>
            </a:xfrm>
            <a:prstGeom prst="roundRect">
              <a:avLst>
                <a:gd fmla="val 16667" name="adj"/>
              </a:avLst>
            </a:prstGeom>
            <a:solidFill>
              <a:srgbClr val="D4DFE4"/>
            </a:solidFill>
            <a:ln cap="flat" cmpd="sng" w="9525">
              <a:solidFill>
                <a:srgbClr val="D4DFE4"/>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lang="en" sz="900">
                  <a:solidFill>
                    <a:schemeClr val="dk1"/>
                  </a:solidFill>
                  <a:latin typeface="DM Mono Medium"/>
                  <a:ea typeface="DM Mono Medium"/>
                  <a:cs typeface="DM Mono Medium"/>
                  <a:sym typeface="DM Mono Medium"/>
                </a:rPr>
                <a:t>Top-ups</a:t>
              </a:r>
              <a:endParaRPr i="0" sz="900" u="none" cap="none" strike="noStrike">
                <a:solidFill>
                  <a:schemeClr val="dk1"/>
                </a:solidFill>
                <a:latin typeface="DM Mono Medium"/>
                <a:ea typeface="DM Mono Medium"/>
                <a:cs typeface="DM Mono Medium"/>
                <a:sym typeface="DM Mono Medium"/>
              </a:endParaRPr>
            </a:p>
            <a:p>
              <a:pPr indent="0" lvl="0" marL="0" rtl="0" algn="l">
                <a:spcBef>
                  <a:spcPts val="1200"/>
                </a:spcBef>
                <a:spcAft>
                  <a:spcPts val="1200"/>
                </a:spcAft>
                <a:buClr>
                  <a:srgbClr val="000000"/>
                </a:buClr>
                <a:buSzPts val="900"/>
                <a:buFont typeface="Arial"/>
                <a:buNone/>
              </a:pPr>
              <a:r>
                <a:rPr lang="en" sz="900">
                  <a:solidFill>
                    <a:schemeClr val="dk1"/>
                  </a:solidFill>
                  <a:latin typeface="DM Sans"/>
                  <a:ea typeface="DM Sans"/>
                  <a:cs typeface="DM Sans"/>
                  <a:sym typeface="DM Sans"/>
                </a:rPr>
                <a:t>If customers use up all their units, they can purchase Top-up packs to fine-tune their usage.</a:t>
              </a:r>
              <a:endParaRPr b="0" i="0" sz="1400" u="none" cap="none" strike="noStrike">
                <a:solidFill>
                  <a:srgbClr val="000000"/>
                </a:solidFill>
                <a:latin typeface="DM Sans"/>
                <a:ea typeface="DM Sans"/>
                <a:cs typeface="DM Sans"/>
                <a:sym typeface="DM San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3" name="Shape 413"/>
        <p:cNvGrpSpPr/>
        <p:nvPr/>
      </p:nvGrpSpPr>
      <p:grpSpPr>
        <a:xfrm>
          <a:off x="0" y="0"/>
          <a:ext cx="0" cy="0"/>
          <a:chOff x="0" y="0"/>
          <a:chExt cx="0" cy="0"/>
        </a:xfrm>
      </p:grpSpPr>
      <p:sp>
        <p:nvSpPr>
          <p:cNvPr id="414" name="Google Shape;414;p64"/>
          <p:cNvSpPr txBox="1"/>
          <p:nvPr>
            <p:ph type="title"/>
          </p:nvPr>
        </p:nvSpPr>
        <p:spPr>
          <a:xfrm>
            <a:off x="228625" y="342900"/>
            <a:ext cx="86229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2800"/>
              <a:buFont typeface="Arial"/>
              <a:buNone/>
            </a:pPr>
            <a:r>
              <a:rPr lang="en" sz="2800">
                <a:solidFill>
                  <a:srgbClr val="000000"/>
                </a:solidFill>
              </a:rPr>
              <a:t>Units - Users - Queries</a:t>
            </a:r>
            <a:endParaRPr sz="2800"/>
          </a:p>
          <a:p>
            <a:pPr indent="0" lvl="0" marL="0" rtl="0" algn="l">
              <a:lnSpc>
                <a:spcPct val="80000"/>
              </a:lnSpc>
              <a:spcBef>
                <a:spcPts val="0"/>
              </a:spcBef>
              <a:spcAft>
                <a:spcPts val="0"/>
              </a:spcAft>
              <a:buSzPts val="2000"/>
              <a:buNone/>
            </a:pPr>
            <a:r>
              <a:t/>
            </a:r>
            <a:endParaRPr sz="2600"/>
          </a:p>
        </p:txBody>
      </p:sp>
      <p:graphicFrame>
        <p:nvGraphicFramePr>
          <p:cNvPr id="415" name="Google Shape;415;p64"/>
          <p:cNvGraphicFramePr/>
          <p:nvPr/>
        </p:nvGraphicFramePr>
        <p:xfrm>
          <a:off x="228625" y="1052475"/>
          <a:ext cx="3000000" cy="3000000"/>
        </p:xfrm>
        <a:graphic>
          <a:graphicData uri="http://schemas.openxmlformats.org/drawingml/2006/table">
            <a:tbl>
              <a:tblPr>
                <a:noFill/>
                <a:tableStyleId>{D16CF71D-F1BF-4495-8E9D-238B5C0F1183}</a:tableStyleId>
              </a:tblPr>
              <a:tblGrid>
                <a:gridCol w="1737350"/>
                <a:gridCol w="1737350"/>
                <a:gridCol w="1737350"/>
                <a:gridCol w="1737350"/>
                <a:gridCol w="1737350"/>
              </a:tblGrid>
              <a:tr h="717175">
                <a:tc>
                  <a:txBody>
                    <a:bodyPr/>
                    <a:lstStyle/>
                    <a:p>
                      <a:pPr indent="0" lvl="0" marL="0" rtl="0" algn="l">
                        <a:spcBef>
                          <a:spcPts val="0"/>
                        </a:spcBef>
                        <a:spcAft>
                          <a:spcPts val="0"/>
                        </a:spcAft>
                        <a:buNone/>
                      </a:pPr>
                      <a:r>
                        <a:t/>
                      </a:r>
                      <a:endParaRPr sz="1200">
                        <a:latin typeface="DM Sans"/>
                        <a:ea typeface="DM Sans"/>
                        <a:cs typeface="DM Sans"/>
                        <a:sym typeface="DM Sans"/>
                      </a:endParaRPr>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tcPr>
                </a:tc>
                <a:tc>
                  <a:txBody>
                    <a:bodyPr/>
                    <a:lstStyle/>
                    <a:p>
                      <a:pPr indent="0" lvl="0" marL="0" rtl="0" algn="l">
                        <a:spcBef>
                          <a:spcPts val="0"/>
                        </a:spcBef>
                        <a:spcAft>
                          <a:spcPts val="0"/>
                        </a:spcAft>
                        <a:buNone/>
                      </a:pPr>
                      <a:r>
                        <a:rPr b="1" lang="en" sz="1200">
                          <a:solidFill>
                            <a:schemeClr val="lt1"/>
                          </a:solidFill>
                          <a:latin typeface="DM Mono"/>
                          <a:ea typeface="DM Mono"/>
                          <a:cs typeface="DM Mono"/>
                          <a:sym typeface="DM Mono"/>
                        </a:rPr>
                        <a:t>Bundled </a:t>
                      </a:r>
                      <a:endParaRPr b="1" sz="1200">
                        <a:solidFill>
                          <a:schemeClr val="lt1"/>
                        </a:solidFill>
                        <a:latin typeface="DM Mono"/>
                        <a:ea typeface="DM Mono"/>
                        <a:cs typeface="DM Mono"/>
                        <a:sym typeface="DM Mono"/>
                      </a:endParaRPr>
                    </a:p>
                    <a:p>
                      <a:pPr indent="0" lvl="0" marL="0" rtl="0" algn="l">
                        <a:spcBef>
                          <a:spcPts val="0"/>
                        </a:spcBef>
                        <a:spcAft>
                          <a:spcPts val="0"/>
                        </a:spcAft>
                        <a:buNone/>
                      </a:pPr>
                      <a:r>
                        <a:rPr b="1" lang="en" sz="1200">
                          <a:solidFill>
                            <a:schemeClr val="lt1"/>
                          </a:solidFill>
                          <a:latin typeface="DM Mono"/>
                          <a:ea typeface="DM Mono"/>
                          <a:cs typeface="DM Mono"/>
                          <a:sym typeface="DM Mono"/>
                        </a:rPr>
                        <a:t>(+Top-up)</a:t>
                      </a:r>
                      <a:endParaRPr b="1" sz="1200">
                        <a:solidFill>
                          <a:schemeClr val="lt1"/>
                        </a:solidFill>
                        <a:latin typeface="DM Mono"/>
                        <a:ea typeface="DM Mono"/>
                        <a:cs typeface="DM Mono"/>
                        <a:sym typeface="DM Mono"/>
                      </a:endParaRPr>
                    </a:p>
                  </a:txBody>
                  <a:tcPr marT="91425" marB="91425" marR="91425" marL="91425">
                    <a:solidFill>
                      <a:srgbClr val="6D9EEB"/>
                    </a:solidFill>
                  </a:tcPr>
                </a:tc>
                <a:tc>
                  <a:txBody>
                    <a:bodyPr/>
                    <a:lstStyle/>
                    <a:p>
                      <a:pPr indent="0" lvl="0" marL="0" rtl="0" algn="l">
                        <a:spcBef>
                          <a:spcPts val="0"/>
                        </a:spcBef>
                        <a:spcAft>
                          <a:spcPts val="0"/>
                        </a:spcAft>
                        <a:buNone/>
                      </a:pPr>
                      <a:r>
                        <a:rPr b="1" lang="en" sz="1200">
                          <a:solidFill>
                            <a:schemeClr val="lt1"/>
                          </a:solidFill>
                          <a:latin typeface="DM Mono"/>
                          <a:ea typeface="DM Mono"/>
                          <a:cs typeface="DM Mono"/>
                          <a:sym typeface="DM Mono"/>
                        </a:rPr>
                        <a:t>Standard </a:t>
                      </a:r>
                      <a:endParaRPr b="1" sz="1200">
                        <a:solidFill>
                          <a:schemeClr val="lt1"/>
                        </a:solidFill>
                        <a:latin typeface="DM Mono"/>
                        <a:ea typeface="DM Mono"/>
                        <a:cs typeface="DM Mono"/>
                        <a:sym typeface="DM Mono"/>
                      </a:endParaRPr>
                    </a:p>
                  </a:txBody>
                  <a:tcPr marT="91425" marB="91425" marR="91425" marL="91425">
                    <a:solidFill>
                      <a:srgbClr val="93C47D"/>
                    </a:solidFill>
                  </a:tcPr>
                </a:tc>
                <a:tc>
                  <a:txBody>
                    <a:bodyPr/>
                    <a:lstStyle/>
                    <a:p>
                      <a:pPr indent="0" lvl="0" marL="0" rtl="0" algn="l">
                        <a:spcBef>
                          <a:spcPts val="0"/>
                        </a:spcBef>
                        <a:spcAft>
                          <a:spcPts val="0"/>
                        </a:spcAft>
                        <a:buNone/>
                      </a:pPr>
                      <a:r>
                        <a:rPr b="1" lang="en" sz="1200">
                          <a:solidFill>
                            <a:schemeClr val="lt1"/>
                          </a:solidFill>
                          <a:latin typeface="DM Mono"/>
                          <a:ea typeface="DM Mono"/>
                          <a:cs typeface="DM Mono"/>
                          <a:sym typeface="DM Mono"/>
                        </a:rPr>
                        <a:t>Premium </a:t>
                      </a:r>
                      <a:endParaRPr b="1" sz="1200">
                        <a:solidFill>
                          <a:schemeClr val="lt1"/>
                        </a:solidFill>
                        <a:latin typeface="DM Mono"/>
                        <a:ea typeface="DM Mono"/>
                        <a:cs typeface="DM Mono"/>
                        <a:sym typeface="DM Mono"/>
                      </a:endParaRPr>
                    </a:p>
                  </a:txBody>
                  <a:tcPr marT="91425" marB="91425" marR="91425" marL="91425">
                    <a:solidFill>
                      <a:srgbClr val="93C47D"/>
                    </a:solidFill>
                  </a:tcPr>
                </a:tc>
                <a:tc>
                  <a:txBody>
                    <a:bodyPr/>
                    <a:lstStyle/>
                    <a:p>
                      <a:pPr indent="0" lvl="0" marL="0" rtl="0" algn="l">
                        <a:spcBef>
                          <a:spcPts val="0"/>
                        </a:spcBef>
                        <a:spcAft>
                          <a:spcPts val="0"/>
                        </a:spcAft>
                        <a:buNone/>
                      </a:pPr>
                      <a:r>
                        <a:rPr b="1" lang="en" sz="1200">
                          <a:solidFill>
                            <a:schemeClr val="lt1"/>
                          </a:solidFill>
                          <a:latin typeface="DM Mono"/>
                          <a:ea typeface="DM Mono"/>
                          <a:cs typeface="DM Mono"/>
                          <a:sym typeface="DM Mono"/>
                        </a:rPr>
                        <a:t>Elite </a:t>
                      </a:r>
                      <a:endParaRPr b="1" sz="1200">
                        <a:solidFill>
                          <a:schemeClr val="lt1"/>
                        </a:solidFill>
                        <a:latin typeface="DM Mono"/>
                        <a:ea typeface="DM Mono"/>
                        <a:cs typeface="DM Mono"/>
                        <a:sym typeface="DM Mono"/>
                      </a:endParaRPr>
                    </a:p>
                  </a:txBody>
                  <a:tcPr marT="91425" marB="91425" marR="91425" marL="91425">
                    <a:solidFill>
                      <a:srgbClr val="93C47D"/>
                    </a:solidFill>
                  </a:tcPr>
                </a:tc>
              </a:tr>
              <a:tr h="467525">
                <a:tc>
                  <a:txBody>
                    <a:bodyPr/>
                    <a:lstStyle/>
                    <a:p>
                      <a:pPr indent="0" lvl="0" marL="0" rtl="0" algn="l">
                        <a:spcBef>
                          <a:spcPts val="0"/>
                        </a:spcBef>
                        <a:spcAft>
                          <a:spcPts val="0"/>
                        </a:spcAft>
                        <a:buNone/>
                      </a:pPr>
                      <a:r>
                        <a:rPr b="1" lang="en" sz="1200">
                          <a:solidFill>
                            <a:schemeClr val="lt1"/>
                          </a:solidFill>
                          <a:latin typeface="DM Sans"/>
                          <a:ea typeface="DM Sans"/>
                          <a:cs typeface="DM Sans"/>
                          <a:sym typeface="DM Sans"/>
                        </a:rPr>
                        <a:t>Price</a:t>
                      </a:r>
                      <a:endParaRPr b="1" sz="1200">
                        <a:solidFill>
                          <a:schemeClr val="lt1"/>
                        </a:solidFill>
                        <a:latin typeface="DM Sans"/>
                        <a:ea typeface="DM Sans"/>
                        <a:cs typeface="DM Sans"/>
                        <a:sym typeface="DM Sans"/>
                      </a:endParaRPr>
                    </a:p>
                  </a:txBody>
                  <a:tcPr marT="91425" marB="91425" marR="91425" marL="91425" anchor="ctr">
                    <a:solidFill>
                      <a:schemeClr val="dk1"/>
                    </a:solidFill>
                  </a:tcPr>
                </a:tc>
                <a:tc>
                  <a:txBody>
                    <a:bodyPr/>
                    <a:lstStyle/>
                    <a:p>
                      <a:pPr indent="0" lvl="0" marL="0" rtl="0" algn="l">
                        <a:spcBef>
                          <a:spcPts val="0"/>
                        </a:spcBef>
                        <a:spcAft>
                          <a:spcPts val="0"/>
                        </a:spcAft>
                        <a:buNone/>
                      </a:pPr>
                      <a:r>
                        <a:rPr lang="en" sz="1200">
                          <a:latin typeface="DM Sans"/>
                          <a:ea typeface="DM Sans"/>
                          <a:cs typeface="DM Sans"/>
                          <a:sym typeface="DM Sans"/>
                        </a:rPr>
                        <a:t>$1,200</a:t>
                      </a:r>
                      <a:endParaRPr sz="1200">
                        <a:latin typeface="DM Sans"/>
                        <a:ea typeface="DM Sans"/>
                        <a:cs typeface="DM Sans"/>
                        <a:sym typeface="DM Sans"/>
                      </a:endParaRPr>
                    </a:p>
                  </a:txBody>
                  <a:tcPr marT="91425" marB="91425" marR="91425" marL="91425" anchor="ctr">
                    <a:solidFill>
                      <a:srgbClr val="C9DAF8"/>
                    </a:solidFill>
                  </a:tcPr>
                </a:tc>
                <a:tc>
                  <a:txBody>
                    <a:bodyPr/>
                    <a:lstStyle/>
                    <a:p>
                      <a:pPr indent="0" lvl="0" marL="0" rtl="0" algn="l">
                        <a:spcBef>
                          <a:spcPts val="0"/>
                        </a:spcBef>
                        <a:spcAft>
                          <a:spcPts val="0"/>
                        </a:spcAft>
                        <a:buNone/>
                      </a:pPr>
                      <a:r>
                        <a:rPr lang="en" sz="1200">
                          <a:latin typeface="DM Sans"/>
                          <a:ea typeface="DM Sans"/>
                          <a:cs typeface="DM Sans"/>
                          <a:sym typeface="DM Sans"/>
                        </a:rPr>
                        <a:t>$6,000</a:t>
                      </a:r>
                      <a:endParaRPr sz="1200">
                        <a:latin typeface="DM Sans"/>
                        <a:ea typeface="DM Sans"/>
                        <a:cs typeface="DM Sans"/>
                        <a:sym typeface="DM Sans"/>
                      </a:endParaRPr>
                    </a:p>
                  </a:txBody>
                  <a:tcPr marT="91425" marB="91425" marR="91425" marL="91425" anchor="ctr">
                    <a:solidFill>
                      <a:srgbClr val="D9EAD3"/>
                    </a:solidFill>
                  </a:tcPr>
                </a:tc>
                <a:tc>
                  <a:txBody>
                    <a:bodyPr/>
                    <a:lstStyle/>
                    <a:p>
                      <a:pPr indent="0" lvl="0" marL="0" rtl="0" algn="l">
                        <a:spcBef>
                          <a:spcPts val="0"/>
                        </a:spcBef>
                        <a:spcAft>
                          <a:spcPts val="0"/>
                        </a:spcAft>
                        <a:buNone/>
                      </a:pPr>
                      <a:r>
                        <a:rPr lang="en" sz="1200">
                          <a:latin typeface="DM Sans"/>
                          <a:ea typeface="DM Sans"/>
                          <a:cs typeface="DM Sans"/>
                          <a:sym typeface="DM Sans"/>
                        </a:rPr>
                        <a:t>$12,000</a:t>
                      </a:r>
                      <a:endParaRPr sz="1200">
                        <a:latin typeface="DM Sans"/>
                        <a:ea typeface="DM Sans"/>
                        <a:cs typeface="DM Sans"/>
                        <a:sym typeface="DM Sans"/>
                      </a:endParaRPr>
                    </a:p>
                  </a:txBody>
                  <a:tcPr marT="91425" marB="91425" marR="91425" marL="91425" anchor="ctr">
                    <a:solidFill>
                      <a:srgbClr val="D9EAD3"/>
                    </a:solidFill>
                  </a:tcPr>
                </a:tc>
                <a:tc>
                  <a:txBody>
                    <a:bodyPr/>
                    <a:lstStyle/>
                    <a:p>
                      <a:pPr indent="0" lvl="0" marL="0" rtl="0" algn="l">
                        <a:spcBef>
                          <a:spcPts val="0"/>
                        </a:spcBef>
                        <a:spcAft>
                          <a:spcPts val="0"/>
                        </a:spcAft>
                        <a:buNone/>
                      </a:pPr>
                      <a:r>
                        <a:rPr lang="en" sz="1200">
                          <a:latin typeface="DM Sans"/>
                          <a:ea typeface="DM Sans"/>
                          <a:cs typeface="DM Sans"/>
                          <a:sym typeface="DM Sans"/>
                        </a:rPr>
                        <a:t>$30,000</a:t>
                      </a:r>
                      <a:endParaRPr sz="1200">
                        <a:latin typeface="DM Sans"/>
                        <a:ea typeface="DM Sans"/>
                        <a:cs typeface="DM Sans"/>
                        <a:sym typeface="DM Sans"/>
                      </a:endParaRPr>
                    </a:p>
                  </a:txBody>
                  <a:tcPr marT="91425" marB="91425" marR="91425" marL="91425" anchor="ctr">
                    <a:solidFill>
                      <a:srgbClr val="D9EAD3"/>
                    </a:solidFill>
                  </a:tcPr>
                </a:tc>
              </a:tr>
              <a:tr h="467525">
                <a:tc>
                  <a:txBody>
                    <a:bodyPr/>
                    <a:lstStyle/>
                    <a:p>
                      <a:pPr indent="0" lvl="0" marL="0" rtl="0" algn="l">
                        <a:spcBef>
                          <a:spcPts val="0"/>
                        </a:spcBef>
                        <a:spcAft>
                          <a:spcPts val="0"/>
                        </a:spcAft>
                        <a:buNone/>
                      </a:pPr>
                      <a:r>
                        <a:rPr b="1" lang="en" sz="1200">
                          <a:solidFill>
                            <a:schemeClr val="lt1"/>
                          </a:solidFill>
                          <a:latin typeface="DM Sans"/>
                          <a:ea typeface="DM Sans"/>
                          <a:cs typeface="DM Sans"/>
                          <a:sym typeface="DM Sans"/>
                        </a:rPr>
                        <a:t>Units /month</a:t>
                      </a:r>
                      <a:endParaRPr b="1" sz="1200">
                        <a:solidFill>
                          <a:schemeClr val="lt1"/>
                        </a:solidFill>
                        <a:latin typeface="DM Sans"/>
                        <a:ea typeface="DM Sans"/>
                        <a:cs typeface="DM Sans"/>
                        <a:sym typeface="DM Sans"/>
                      </a:endParaRPr>
                    </a:p>
                  </a:txBody>
                  <a:tcPr marT="91425" marB="91425" marR="91425" marL="91425" anchor="ctr">
                    <a:solidFill>
                      <a:schemeClr val="dk1"/>
                    </a:solidFill>
                  </a:tcPr>
                </a:tc>
                <a:tc>
                  <a:txBody>
                    <a:bodyPr/>
                    <a:lstStyle/>
                    <a:p>
                      <a:pPr indent="0" lvl="0" marL="0" rtl="0" algn="l">
                        <a:spcBef>
                          <a:spcPts val="0"/>
                        </a:spcBef>
                        <a:spcAft>
                          <a:spcPts val="0"/>
                        </a:spcAft>
                        <a:buNone/>
                      </a:pPr>
                      <a:r>
                        <a:rPr lang="en" sz="1200">
                          <a:latin typeface="DM Sans"/>
                          <a:ea typeface="DM Sans"/>
                          <a:cs typeface="DM Sans"/>
                          <a:sym typeface="DM Sans"/>
                        </a:rPr>
                        <a:t>500</a:t>
                      </a:r>
                      <a:endParaRPr sz="1200">
                        <a:latin typeface="DM Sans"/>
                        <a:ea typeface="DM Sans"/>
                        <a:cs typeface="DM Sans"/>
                        <a:sym typeface="DM Sans"/>
                      </a:endParaRPr>
                    </a:p>
                  </a:txBody>
                  <a:tcPr marT="91425" marB="91425" marR="91425" marL="91425" anchor="ctr">
                    <a:solidFill>
                      <a:srgbClr val="C9DAF8"/>
                    </a:solidFill>
                  </a:tcPr>
                </a:tc>
                <a:tc>
                  <a:txBody>
                    <a:bodyPr/>
                    <a:lstStyle/>
                    <a:p>
                      <a:pPr indent="0" lvl="0" marL="0" rtl="0" algn="l">
                        <a:spcBef>
                          <a:spcPts val="0"/>
                        </a:spcBef>
                        <a:spcAft>
                          <a:spcPts val="0"/>
                        </a:spcAft>
                        <a:buNone/>
                      </a:pPr>
                      <a:r>
                        <a:rPr lang="en" sz="1200">
                          <a:latin typeface="DM Sans"/>
                          <a:ea typeface="DM Sans"/>
                          <a:cs typeface="DM Sans"/>
                          <a:sym typeface="DM Sans"/>
                        </a:rPr>
                        <a:t>2,500</a:t>
                      </a:r>
                      <a:endParaRPr sz="1200">
                        <a:latin typeface="DM Sans"/>
                        <a:ea typeface="DM Sans"/>
                        <a:cs typeface="DM Sans"/>
                        <a:sym typeface="DM Sans"/>
                      </a:endParaRPr>
                    </a:p>
                  </a:txBody>
                  <a:tcPr marT="91425" marB="91425" marR="91425" marL="91425" anchor="ctr">
                    <a:solidFill>
                      <a:srgbClr val="D9EAD3"/>
                    </a:solidFill>
                  </a:tcPr>
                </a:tc>
                <a:tc>
                  <a:txBody>
                    <a:bodyPr/>
                    <a:lstStyle/>
                    <a:p>
                      <a:pPr indent="0" lvl="0" marL="0" rtl="0" algn="l">
                        <a:spcBef>
                          <a:spcPts val="0"/>
                        </a:spcBef>
                        <a:spcAft>
                          <a:spcPts val="0"/>
                        </a:spcAft>
                        <a:buNone/>
                      </a:pPr>
                      <a:r>
                        <a:rPr lang="en" sz="1200">
                          <a:latin typeface="DM Sans"/>
                          <a:ea typeface="DM Sans"/>
                          <a:cs typeface="DM Sans"/>
                          <a:sym typeface="DM Sans"/>
                        </a:rPr>
                        <a:t>5,000</a:t>
                      </a:r>
                      <a:endParaRPr sz="1200">
                        <a:latin typeface="DM Sans"/>
                        <a:ea typeface="DM Sans"/>
                        <a:cs typeface="DM Sans"/>
                        <a:sym typeface="DM Sans"/>
                      </a:endParaRPr>
                    </a:p>
                  </a:txBody>
                  <a:tcPr marT="91425" marB="91425" marR="91425" marL="91425" anchor="ctr">
                    <a:solidFill>
                      <a:srgbClr val="D9EAD3"/>
                    </a:solidFill>
                  </a:tcPr>
                </a:tc>
                <a:tc>
                  <a:txBody>
                    <a:bodyPr/>
                    <a:lstStyle/>
                    <a:p>
                      <a:pPr indent="0" lvl="0" marL="0" rtl="0" algn="l">
                        <a:spcBef>
                          <a:spcPts val="0"/>
                        </a:spcBef>
                        <a:spcAft>
                          <a:spcPts val="0"/>
                        </a:spcAft>
                        <a:buNone/>
                      </a:pPr>
                      <a:r>
                        <a:rPr lang="en" sz="1200">
                          <a:latin typeface="DM Sans"/>
                          <a:ea typeface="DM Sans"/>
                          <a:cs typeface="DM Sans"/>
                          <a:sym typeface="DM Sans"/>
                        </a:rPr>
                        <a:t>12,500</a:t>
                      </a:r>
                      <a:endParaRPr sz="1200">
                        <a:latin typeface="DM Sans"/>
                        <a:ea typeface="DM Sans"/>
                        <a:cs typeface="DM Sans"/>
                        <a:sym typeface="DM Sans"/>
                      </a:endParaRPr>
                    </a:p>
                  </a:txBody>
                  <a:tcPr marT="91425" marB="91425" marR="91425" marL="91425" anchor="ctr">
                    <a:solidFill>
                      <a:srgbClr val="D9EAD3"/>
                    </a:solidFill>
                  </a:tcPr>
                </a:tc>
              </a:tr>
              <a:tr h="467525">
                <a:tc>
                  <a:txBody>
                    <a:bodyPr/>
                    <a:lstStyle/>
                    <a:p>
                      <a:pPr indent="0" lvl="0" marL="0" rtl="0" algn="l">
                        <a:spcBef>
                          <a:spcPts val="0"/>
                        </a:spcBef>
                        <a:spcAft>
                          <a:spcPts val="0"/>
                        </a:spcAft>
                        <a:buNone/>
                      </a:pPr>
                      <a:r>
                        <a:rPr b="1" lang="en" sz="1200">
                          <a:solidFill>
                            <a:schemeClr val="lt1"/>
                          </a:solidFill>
                          <a:latin typeface="DM Sans"/>
                          <a:ea typeface="DM Sans"/>
                          <a:cs typeface="DM Sans"/>
                          <a:sym typeface="DM Sans"/>
                        </a:rPr>
                        <a:t>Expected Users</a:t>
                      </a:r>
                      <a:endParaRPr b="1" sz="1200">
                        <a:solidFill>
                          <a:schemeClr val="lt1"/>
                        </a:solidFill>
                        <a:latin typeface="DM Sans"/>
                        <a:ea typeface="DM Sans"/>
                        <a:cs typeface="DM Sans"/>
                        <a:sym typeface="DM Sans"/>
                      </a:endParaRPr>
                    </a:p>
                  </a:txBody>
                  <a:tcPr marT="91425" marB="91425" marR="91425" marL="91425" anchor="ctr">
                    <a:solidFill>
                      <a:schemeClr val="dk1"/>
                    </a:solidFill>
                  </a:tcPr>
                </a:tc>
                <a:tc>
                  <a:txBody>
                    <a:bodyPr/>
                    <a:lstStyle/>
                    <a:p>
                      <a:pPr indent="0" lvl="0" marL="0" rtl="0" algn="l">
                        <a:spcBef>
                          <a:spcPts val="0"/>
                        </a:spcBef>
                        <a:spcAft>
                          <a:spcPts val="0"/>
                        </a:spcAft>
                        <a:buNone/>
                      </a:pPr>
                      <a:r>
                        <a:rPr lang="en" sz="1200">
                          <a:latin typeface="DM Sans"/>
                          <a:ea typeface="DM Sans"/>
                          <a:cs typeface="DM Sans"/>
                          <a:sym typeface="DM Sans"/>
                        </a:rPr>
                        <a:t>~1</a:t>
                      </a:r>
                      <a:endParaRPr sz="1200">
                        <a:latin typeface="DM Sans"/>
                        <a:ea typeface="DM Sans"/>
                        <a:cs typeface="DM Sans"/>
                        <a:sym typeface="DM Sans"/>
                      </a:endParaRPr>
                    </a:p>
                  </a:txBody>
                  <a:tcPr marT="91425" marB="91425" marR="91425" marL="91425" anchor="ctr">
                    <a:solidFill>
                      <a:srgbClr val="C9DAF8"/>
                    </a:solidFill>
                  </a:tcPr>
                </a:tc>
                <a:tc>
                  <a:txBody>
                    <a:bodyPr/>
                    <a:lstStyle/>
                    <a:p>
                      <a:pPr indent="0" lvl="0" marL="0" rtl="0" algn="l">
                        <a:spcBef>
                          <a:spcPts val="0"/>
                        </a:spcBef>
                        <a:spcAft>
                          <a:spcPts val="0"/>
                        </a:spcAft>
                        <a:buNone/>
                      </a:pPr>
                      <a:r>
                        <a:rPr lang="en" sz="1200">
                          <a:latin typeface="DM Sans"/>
                          <a:ea typeface="DM Sans"/>
                          <a:cs typeface="DM Sans"/>
                          <a:sym typeface="DM Sans"/>
                        </a:rPr>
                        <a:t>~5</a:t>
                      </a:r>
                      <a:endParaRPr sz="1200">
                        <a:latin typeface="DM Sans"/>
                        <a:ea typeface="DM Sans"/>
                        <a:cs typeface="DM Sans"/>
                        <a:sym typeface="DM Sans"/>
                      </a:endParaRPr>
                    </a:p>
                  </a:txBody>
                  <a:tcPr marT="91425" marB="91425" marR="91425" marL="91425" anchor="ctr">
                    <a:solidFill>
                      <a:srgbClr val="D9EAD3"/>
                    </a:solidFill>
                  </a:tcPr>
                </a:tc>
                <a:tc>
                  <a:txBody>
                    <a:bodyPr/>
                    <a:lstStyle/>
                    <a:p>
                      <a:pPr indent="0" lvl="0" marL="0" rtl="0" algn="l">
                        <a:spcBef>
                          <a:spcPts val="0"/>
                        </a:spcBef>
                        <a:spcAft>
                          <a:spcPts val="0"/>
                        </a:spcAft>
                        <a:buNone/>
                      </a:pPr>
                      <a:r>
                        <a:rPr lang="en" sz="1200">
                          <a:latin typeface="DM Sans"/>
                          <a:ea typeface="DM Sans"/>
                          <a:cs typeface="DM Sans"/>
                          <a:sym typeface="DM Sans"/>
                        </a:rPr>
                        <a:t>~10</a:t>
                      </a:r>
                      <a:endParaRPr sz="1200">
                        <a:latin typeface="DM Sans"/>
                        <a:ea typeface="DM Sans"/>
                        <a:cs typeface="DM Sans"/>
                        <a:sym typeface="DM Sans"/>
                      </a:endParaRPr>
                    </a:p>
                  </a:txBody>
                  <a:tcPr marT="91425" marB="91425" marR="91425" marL="91425" anchor="ctr">
                    <a:solidFill>
                      <a:srgbClr val="D9EAD3"/>
                    </a:solidFill>
                  </a:tcPr>
                </a:tc>
                <a:tc>
                  <a:txBody>
                    <a:bodyPr/>
                    <a:lstStyle/>
                    <a:p>
                      <a:pPr indent="0" lvl="0" marL="0" rtl="0" algn="l">
                        <a:spcBef>
                          <a:spcPts val="0"/>
                        </a:spcBef>
                        <a:spcAft>
                          <a:spcPts val="0"/>
                        </a:spcAft>
                        <a:buNone/>
                      </a:pPr>
                      <a:r>
                        <a:rPr lang="en" sz="1200">
                          <a:latin typeface="DM Sans"/>
                          <a:ea typeface="DM Sans"/>
                          <a:cs typeface="DM Sans"/>
                          <a:sym typeface="DM Sans"/>
                        </a:rPr>
                        <a:t>~25</a:t>
                      </a:r>
                      <a:endParaRPr sz="1200">
                        <a:latin typeface="DM Sans"/>
                        <a:ea typeface="DM Sans"/>
                        <a:cs typeface="DM Sans"/>
                        <a:sym typeface="DM Sans"/>
                      </a:endParaRPr>
                    </a:p>
                  </a:txBody>
                  <a:tcPr marT="91425" marB="91425" marR="91425" marL="91425" anchor="ctr">
                    <a:solidFill>
                      <a:srgbClr val="D9EAD3"/>
                    </a:solidFill>
                  </a:tcPr>
                </a:tc>
              </a:tr>
              <a:tr h="467525">
                <a:tc>
                  <a:txBody>
                    <a:bodyPr/>
                    <a:lstStyle/>
                    <a:p>
                      <a:pPr indent="0" lvl="0" marL="0" rtl="0" algn="l">
                        <a:spcBef>
                          <a:spcPts val="0"/>
                        </a:spcBef>
                        <a:spcAft>
                          <a:spcPts val="0"/>
                        </a:spcAft>
                        <a:buNone/>
                      </a:pPr>
                      <a:r>
                        <a:rPr b="1" lang="en" sz="1200">
                          <a:solidFill>
                            <a:schemeClr val="lt1"/>
                          </a:solidFill>
                          <a:latin typeface="DM Sans"/>
                          <a:ea typeface="DM Sans"/>
                          <a:cs typeface="DM Sans"/>
                          <a:sym typeface="DM Sans"/>
                        </a:rPr>
                        <a:t>Queries /month</a:t>
                      </a:r>
                      <a:endParaRPr b="1" sz="1200">
                        <a:solidFill>
                          <a:schemeClr val="lt1"/>
                        </a:solidFill>
                        <a:latin typeface="DM Sans"/>
                        <a:ea typeface="DM Sans"/>
                        <a:cs typeface="DM Sans"/>
                        <a:sym typeface="DM Sans"/>
                      </a:endParaRPr>
                    </a:p>
                  </a:txBody>
                  <a:tcPr marT="91425" marB="91425" marR="91425" marL="91425" anchor="ctr">
                    <a:solidFill>
                      <a:schemeClr val="dk1"/>
                    </a:solidFill>
                  </a:tcPr>
                </a:tc>
                <a:tc>
                  <a:txBody>
                    <a:bodyPr/>
                    <a:lstStyle/>
                    <a:p>
                      <a:pPr indent="0" lvl="0" marL="0" rtl="0" algn="l">
                        <a:spcBef>
                          <a:spcPts val="0"/>
                        </a:spcBef>
                        <a:spcAft>
                          <a:spcPts val="0"/>
                        </a:spcAft>
                        <a:buNone/>
                      </a:pPr>
                      <a:r>
                        <a:rPr lang="en" sz="1200">
                          <a:latin typeface="DM Sans"/>
                          <a:ea typeface="DM Sans"/>
                          <a:cs typeface="DM Sans"/>
                          <a:sym typeface="DM Sans"/>
                        </a:rPr>
                        <a:t>100</a:t>
                      </a:r>
                      <a:endParaRPr sz="1200">
                        <a:latin typeface="DM Sans"/>
                        <a:ea typeface="DM Sans"/>
                        <a:cs typeface="DM Sans"/>
                        <a:sym typeface="DM Sans"/>
                      </a:endParaRPr>
                    </a:p>
                  </a:txBody>
                  <a:tcPr marT="91425" marB="91425" marR="91425" marL="91425" anchor="ctr">
                    <a:solidFill>
                      <a:srgbClr val="C9DAF8"/>
                    </a:solidFill>
                  </a:tcPr>
                </a:tc>
                <a:tc>
                  <a:txBody>
                    <a:bodyPr/>
                    <a:lstStyle/>
                    <a:p>
                      <a:pPr indent="0" lvl="0" marL="0" rtl="0" algn="l">
                        <a:spcBef>
                          <a:spcPts val="0"/>
                        </a:spcBef>
                        <a:spcAft>
                          <a:spcPts val="0"/>
                        </a:spcAft>
                        <a:buNone/>
                      </a:pPr>
                      <a:r>
                        <a:rPr lang="en" sz="1200">
                          <a:latin typeface="DM Sans"/>
                          <a:ea typeface="DM Sans"/>
                          <a:cs typeface="DM Sans"/>
                          <a:sym typeface="DM Sans"/>
                        </a:rPr>
                        <a:t>500</a:t>
                      </a:r>
                      <a:endParaRPr sz="800">
                        <a:latin typeface="DM Sans"/>
                        <a:ea typeface="DM Sans"/>
                        <a:cs typeface="DM Sans"/>
                        <a:sym typeface="DM Sans"/>
                      </a:endParaRPr>
                    </a:p>
                  </a:txBody>
                  <a:tcPr marT="91425" marB="91425" marR="91425" marL="91425" anchor="ctr">
                    <a:solidFill>
                      <a:srgbClr val="D9EAD3"/>
                    </a:solidFill>
                  </a:tcPr>
                </a:tc>
                <a:tc>
                  <a:txBody>
                    <a:bodyPr/>
                    <a:lstStyle/>
                    <a:p>
                      <a:pPr indent="0" lvl="0" marL="0" rtl="0" algn="l">
                        <a:spcBef>
                          <a:spcPts val="0"/>
                        </a:spcBef>
                        <a:spcAft>
                          <a:spcPts val="0"/>
                        </a:spcAft>
                        <a:buNone/>
                      </a:pPr>
                      <a:r>
                        <a:rPr lang="en" sz="1200">
                          <a:latin typeface="DM Sans"/>
                          <a:ea typeface="DM Sans"/>
                          <a:cs typeface="DM Sans"/>
                          <a:sym typeface="DM Sans"/>
                        </a:rPr>
                        <a:t>1,000</a:t>
                      </a:r>
                      <a:endParaRPr sz="800">
                        <a:latin typeface="DM Sans"/>
                        <a:ea typeface="DM Sans"/>
                        <a:cs typeface="DM Sans"/>
                        <a:sym typeface="DM Sans"/>
                      </a:endParaRPr>
                    </a:p>
                  </a:txBody>
                  <a:tcPr marT="91425" marB="91425" marR="91425" marL="91425" anchor="ctr">
                    <a:solidFill>
                      <a:srgbClr val="D9EAD3"/>
                    </a:solidFill>
                  </a:tcPr>
                </a:tc>
                <a:tc>
                  <a:txBody>
                    <a:bodyPr/>
                    <a:lstStyle/>
                    <a:p>
                      <a:pPr indent="0" lvl="0" marL="0" rtl="0" algn="l">
                        <a:spcBef>
                          <a:spcPts val="0"/>
                        </a:spcBef>
                        <a:spcAft>
                          <a:spcPts val="0"/>
                        </a:spcAft>
                        <a:buNone/>
                      </a:pPr>
                      <a:r>
                        <a:rPr lang="en" sz="1200">
                          <a:latin typeface="DM Sans"/>
                          <a:ea typeface="DM Sans"/>
                          <a:cs typeface="DM Sans"/>
                          <a:sym typeface="DM Sans"/>
                        </a:rPr>
                        <a:t>2,500</a:t>
                      </a:r>
                      <a:endParaRPr sz="800">
                        <a:latin typeface="DM Sans"/>
                        <a:ea typeface="DM Sans"/>
                        <a:cs typeface="DM Sans"/>
                        <a:sym typeface="DM Sans"/>
                      </a:endParaRPr>
                    </a:p>
                  </a:txBody>
                  <a:tcPr marT="91425" marB="91425" marR="91425" marL="91425" anchor="ctr">
                    <a:solidFill>
                      <a:srgbClr val="D9EAD3"/>
                    </a:solidFill>
                  </a:tcPr>
                </a:tc>
              </a:tr>
            </a:tbl>
          </a:graphicData>
        </a:graphic>
      </p:graphicFrame>
      <p:sp>
        <p:nvSpPr>
          <p:cNvPr id="416" name="Google Shape;416;p64"/>
          <p:cNvSpPr txBox="1"/>
          <p:nvPr/>
        </p:nvSpPr>
        <p:spPr>
          <a:xfrm>
            <a:off x="3191100" y="3846575"/>
            <a:ext cx="2761800" cy="711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DM Sans"/>
                <a:ea typeface="DM Sans"/>
                <a:cs typeface="DM Sans"/>
                <a:sym typeface="DM Sans"/>
              </a:rPr>
              <a:t>Unit allocation expires each month (use-it-or-lose-it)</a:t>
            </a:r>
            <a:endParaRPr sz="1000">
              <a:solidFill>
                <a:schemeClr val="dk1"/>
              </a:solidFill>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5"/>
          <p:cNvSpPr txBox="1"/>
          <p:nvPr>
            <p:ph type="title"/>
          </p:nvPr>
        </p:nvSpPr>
        <p:spPr>
          <a:xfrm>
            <a:off x="228600" y="342900"/>
            <a:ext cx="5260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Customers Use Kyriba Units</a:t>
            </a:r>
            <a:endParaRPr/>
          </a:p>
        </p:txBody>
      </p:sp>
      <p:sp>
        <p:nvSpPr>
          <p:cNvPr id="422" name="Google Shape;422;p65"/>
          <p:cNvSpPr txBox="1"/>
          <p:nvPr>
            <p:ph idx="1" type="body"/>
          </p:nvPr>
        </p:nvSpPr>
        <p:spPr>
          <a:xfrm>
            <a:off x="228600" y="1152475"/>
            <a:ext cx="5260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DM Mono"/>
                <a:ea typeface="DM Mono"/>
                <a:cs typeface="DM Mono"/>
                <a:sym typeface="DM Mono"/>
              </a:rPr>
              <a:t>How will clients know when they run out of Kyriba Units?</a:t>
            </a:r>
            <a:endParaRPr b="1">
              <a:latin typeface="DM Mono"/>
              <a:ea typeface="DM Mono"/>
              <a:cs typeface="DM Mono"/>
              <a:sym typeface="DM Mono"/>
            </a:endParaRPr>
          </a:p>
          <a:p>
            <a:pPr indent="-311150" lvl="0" marL="457200" rtl="0" algn="l">
              <a:spcBef>
                <a:spcPts val="0"/>
              </a:spcBef>
              <a:spcAft>
                <a:spcPts val="0"/>
              </a:spcAft>
              <a:buSzPts val="1300"/>
              <a:buChar char="●"/>
            </a:pPr>
            <a:r>
              <a:rPr lang="en"/>
              <a:t>Unit Counter</a:t>
            </a:r>
            <a:endParaRPr/>
          </a:p>
          <a:p>
            <a:pPr indent="-311150" lvl="0" marL="457200" rtl="0" algn="l">
              <a:spcBef>
                <a:spcPts val="0"/>
              </a:spcBef>
              <a:spcAft>
                <a:spcPts val="0"/>
              </a:spcAft>
              <a:buSzPts val="1300"/>
              <a:buChar char="●"/>
            </a:pPr>
            <a:r>
              <a:rPr lang="en"/>
              <a:t>Alerts at 80% (yellow) &amp; 95% (red)</a:t>
            </a:r>
            <a:endParaRPr/>
          </a:p>
          <a:p>
            <a:pPr indent="-311150" lvl="0" marL="457200" rtl="0" algn="l">
              <a:spcBef>
                <a:spcPts val="0"/>
              </a:spcBef>
              <a:spcAft>
                <a:spcPts val="0"/>
              </a:spcAft>
              <a:buSzPts val="1300"/>
              <a:buChar char="●"/>
            </a:pPr>
            <a:r>
              <a:rPr lang="en"/>
              <a:t>More management features coming soon</a:t>
            </a:r>
            <a:endParaRPr/>
          </a:p>
          <a:p>
            <a:pPr indent="-311150" lvl="0" marL="457200" rtl="0" algn="l">
              <a:spcBef>
                <a:spcPts val="0"/>
              </a:spcBef>
              <a:spcAft>
                <a:spcPts val="0"/>
              </a:spcAft>
              <a:buSzPts val="1300"/>
              <a:buChar char="●"/>
            </a:pPr>
            <a:r>
              <a:rPr lang="en"/>
              <a:t>Internal teams - unit tracking by customers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latin typeface="DM Mono"/>
                <a:ea typeface="DM Mono"/>
                <a:cs typeface="DM Mono"/>
                <a:sym typeface="DM Mono"/>
              </a:rPr>
              <a:t>Will the agent just stop working?</a:t>
            </a:r>
            <a:endParaRPr b="1">
              <a:latin typeface="DM Mono"/>
              <a:ea typeface="DM Mono"/>
              <a:cs typeface="DM Mono"/>
              <a:sym typeface="DM Mono"/>
            </a:endParaRPr>
          </a:p>
          <a:p>
            <a:pPr indent="-311150" lvl="0" marL="457200" rtl="0" algn="l">
              <a:spcBef>
                <a:spcPts val="0"/>
              </a:spcBef>
              <a:spcAft>
                <a:spcPts val="0"/>
              </a:spcAft>
              <a:buSzPts val="1300"/>
              <a:buChar char="●"/>
            </a:pPr>
            <a:r>
              <a:rPr lang="en"/>
              <a:t>YES!</a:t>
            </a:r>
            <a:endParaRPr/>
          </a:p>
          <a:p>
            <a:pPr indent="-311150" lvl="0" marL="457200" rtl="0" algn="l">
              <a:spcBef>
                <a:spcPts val="0"/>
              </a:spcBef>
              <a:spcAft>
                <a:spcPts val="0"/>
              </a:spcAft>
              <a:buSzPts val="1300"/>
              <a:buChar char="●"/>
            </a:pPr>
            <a:r>
              <a:rPr lang="en"/>
              <a:t>Top-up required</a:t>
            </a:r>
            <a:endParaRPr/>
          </a:p>
        </p:txBody>
      </p:sp>
      <p:pic>
        <p:nvPicPr>
          <p:cNvPr id="423" name="Google Shape;423;p65" title="image (1).png"/>
          <p:cNvPicPr preferRelativeResize="0"/>
          <p:nvPr/>
        </p:nvPicPr>
        <p:blipFill>
          <a:blip r:embed="rId3">
            <a:alphaModFix/>
          </a:blip>
          <a:stretch>
            <a:fillRect/>
          </a:stretch>
        </p:blipFill>
        <p:spPr>
          <a:xfrm>
            <a:off x="5488800" y="967375"/>
            <a:ext cx="3350400" cy="2810580"/>
          </a:xfrm>
          <a:prstGeom prst="rect">
            <a:avLst/>
          </a:prstGeom>
          <a:noFill/>
          <a:ln>
            <a:noFill/>
          </a:ln>
          <a:effectLst>
            <a:outerShdw blurRad="57150" rotWithShape="0" algn="bl" dir="5400000" dist="19050">
              <a:srgbClr val="000000">
                <a:alpha val="50000"/>
              </a:srgbClr>
            </a:outerShdw>
          </a:effectLst>
        </p:spPr>
      </p:pic>
      <p:sp>
        <p:nvSpPr>
          <p:cNvPr id="424" name="Google Shape;424;p65"/>
          <p:cNvSpPr/>
          <p:nvPr/>
        </p:nvSpPr>
        <p:spPr>
          <a:xfrm>
            <a:off x="6209125" y="578400"/>
            <a:ext cx="774000" cy="827100"/>
          </a:xfrm>
          <a:prstGeom prst="downArrow">
            <a:avLst>
              <a:gd fmla="val 5000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425" name="Google Shape;425;p65" title="image (3).png"/>
          <p:cNvPicPr preferRelativeResize="0"/>
          <p:nvPr/>
        </p:nvPicPr>
        <p:blipFill>
          <a:blip r:embed="rId4">
            <a:alphaModFix/>
          </a:blip>
          <a:stretch>
            <a:fillRect/>
          </a:stretch>
        </p:blipFill>
        <p:spPr>
          <a:xfrm>
            <a:off x="6408488" y="4011925"/>
            <a:ext cx="1511025" cy="349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9" name="Shape 429"/>
        <p:cNvGrpSpPr/>
        <p:nvPr/>
      </p:nvGrpSpPr>
      <p:grpSpPr>
        <a:xfrm>
          <a:off x="0" y="0"/>
          <a:ext cx="0" cy="0"/>
          <a:chOff x="0" y="0"/>
          <a:chExt cx="0" cy="0"/>
        </a:xfrm>
      </p:grpSpPr>
      <p:sp>
        <p:nvSpPr>
          <p:cNvPr id="430" name="Google Shape;430;p66"/>
          <p:cNvSpPr txBox="1"/>
          <p:nvPr>
            <p:ph type="title"/>
          </p:nvPr>
        </p:nvSpPr>
        <p:spPr>
          <a:xfrm>
            <a:off x="228600" y="342900"/>
            <a:ext cx="52602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Salesforce </a:t>
            </a:r>
            <a:r>
              <a:rPr lang="en" sz="2600"/>
              <a:t>Timeline:</a:t>
            </a:r>
            <a:endParaRPr sz="2600"/>
          </a:p>
        </p:txBody>
      </p:sp>
      <p:sp>
        <p:nvSpPr>
          <p:cNvPr id="431" name="Google Shape;431;p66"/>
          <p:cNvSpPr txBox="1"/>
          <p:nvPr>
            <p:ph idx="1" type="body"/>
          </p:nvPr>
        </p:nvSpPr>
        <p:spPr>
          <a:xfrm>
            <a:off x="228600" y="915600"/>
            <a:ext cx="8796900" cy="34632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b="1" lang="en">
                <a:solidFill>
                  <a:srgbClr val="38761D"/>
                </a:solidFill>
              </a:rPr>
              <a:t>30th September: 		</a:t>
            </a:r>
            <a:r>
              <a:rPr b="1" lang="en"/>
              <a:t>New TAI subscriptions were created in Salesforce</a:t>
            </a:r>
            <a:endParaRPr b="1">
              <a:solidFill>
                <a:srgbClr val="38761D"/>
              </a:solidFill>
            </a:endParaRPr>
          </a:p>
          <a:p>
            <a:pPr indent="-311150" lvl="0" marL="457200" rtl="0" algn="l">
              <a:lnSpc>
                <a:spcPct val="115000"/>
              </a:lnSpc>
              <a:spcBef>
                <a:spcPts val="1000"/>
              </a:spcBef>
              <a:spcAft>
                <a:spcPts val="0"/>
              </a:spcAft>
              <a:buSzPts val="1300"/>
              <a:buChar char="●"/>
            </a:pPr>
            <a:r>
              <a:rPr b="1" lang="en">
                <a:solidFill>
                  <a:srgbClr val="38761D"/>
                </a:solidFill>
              </a:rPr>
              <a:t>1st October: 			</a:t>
            </a:r>
            <a:r>
              <a:rPr b="1" lang="en"/>
              <a:t>TAI Salesforce quotes were able to be created.</a:t>
            </a:r>
            <a:endParaRPr b="1">
              <a:solidFill>
                <a:srgbClr val="38761D"/>
              </a:solidFill>
            </a:endParaRPr>
          </a:p>
          <a:p>
            <a:pPr indent="-311150" lvl="6" marL="3200400" rtl="0" algn="l">
              <a:lnSpc>
                <a:spcPct val="115000"/>
              </a:lnSpc>
              <a:spcBef>
                <a:spcPts val="0"/>
              </a:spcBef>
              <a:spcAft>
                <a:spcPts val="0"/>
              </a:spcAft>
              <a:buSzPts val="1300"/>
              <a:buChar char="●"/>
            </a:pPr>
            <a:r>
              <a:rPr b="1" lang="en" sz="1300"/>
              <a:t>Quotes blocked from being approved</a:t>
            </a:r>
            <a:endParaRPr b="1" sz="1300"/>
          </a:p>
          <a:p>
            <a:pPr indent="-311150" lvl="0" marL="457200" rtl="0" algn="l">
              <a:lnSpc>
                <a:spcPct val="115000"/>
              </a:lnSpc>
              <a:spcBef>
                <a:spcPts val="1000"/>
              </a:spcBef>
              <a:spcAft>
                <a:spcPts val="0"/>
              </a:spcAft>
              <a:buSzPts val="1300"/>
              <a:buChar char="●"/>
            </a:pPr>
            <a:r>
              <a:rPr b="1" lang="en">
                <a:solidFill>
                  <a:srgbClr val="38761D"/>
                </a:solidFill>
              </a:rPr>
              <a:t>Expected 1st November: 	</a:t>
            </a:r>
            <a:r>
              <a:rPr b="1" lang="en"/>
              <a:t>New legal wording for TAI</a:t>
            </a:r>
            <a:endParaRPr b="1">
              <a:solidFill>
                <a:srgbClr val="38761D"/>
              </a:solidFill>
            </a:endParaRPr>
          </a:p>
          <a:p>
            <a:pPr indent="-285750" lvl="6" marL="3200400" rtl="0" algn="l">
              <a:spcBef>
                <a:spcPts val="0"/>
              </a:spcBef>
              <a:spcAft>
                <a:spcPts val="0"/>
              </a:spcAft>
              <a:buSzPts val="900"/>
              <a:buChar char="●"/>
            </a:pPr>
            <a:r>
              <a:rPr b="1" lang="en" sz="1300"/>
              <a:t>Quotes able to be approved</a:t>
            </a:r>
            <a:endParaRPr b="1"/>
          </a:p>
          <a:p>
            <a:pPr indent="-311150" lvl="0" marL="457200" rtl="0" algn="l">
              <a:lnSpc>
                <a:spcPct val="115000"/>
              </a:lnSpc>
              <a:spcBef>
                <a:spcPts val="1000"/>
              </a:spcBef>
              <a:spcAft>
                <a:spcPts val="0"/>
              </a:spcAft>
              <a:buSzPts val="1300"/>
              <a:buChar char="●"/>
            </a:pPr>
            <a:r>
              <a:rPr b="1" lang="en">
                <a:solidFill>
                  <a:srgbClr val="38761D"/>
                </a:solidFill>
              </a:rPr>
              <a:t>Expected 15th November: 	“</a:t>
            </a:r>
            <a:r>
              <a:rPr b="1" lang="en"/>
              <a:t>TAI - agentic AI” to go-live on Quartz and Opal</a:t>
            </a:r>
            <a:endParaRPr b="1"/>
          </a:p>
          <a:p>
            <a:pPr indent="0" lvl="0" marL="0" rtl="0" algn="l">
              <a:lnSpc>
                <a:spcPct val="115000"/>
              </a:lnSpc>
              <a:spcBef>
                <a:spcPts val="0"/>
              </a:spcBef>
              <a:spcAft>
                <a:spcPts val="0"/>
              </a:spcAft>
              <a:buNone/>
            </a:pPr>
            <a:r>
              <a:t/>
            </a:r>
            <a:endParaRPr b="1"/>
          </a:p>
          <a:p>
            <a:pPr indent="-311150" lvl="0" marL="457200" rtl="0" algn="l">
              <a:lnSpc>
                <a:spcPct val="115000"/>
              </a:lnSpc>
              <a:spcBef>
                <a:spcPts val="0"/>
              </a:spcBef>
              <a:spcAft>
                <a:spcPts val="0"/>
              </a:spcAft>
              <a:buSzPts val="1300"/>
              <a:buChar char="●"/>
            </a:pPr>
            <a:r>
              <a:rPr b="1" lang="en">
                <a:solidFill>
                  <a:srgbClr val="38761D"/>
                </a:solidFill>
              </a:rPr>
              <a:t>Expected 31st December:	</a:t>
            </a:r>
            <a:r>
              <a:rPr b="1" lang="en">
                <a:solidFill>
                  <a:srgbClr val="38761D"/>
                </a:solidFill>
              </a:rPr>
              <a:t>“</a:t>
            </a:r>
            <a:r>
              <a:rPr b="1" lang="en"/>
              <a:t>TAI - agentic AI” to go-live on all platforms except: </a:t>
            </a:r>
            <a:endParaRPr b="1"/>
          </a:p>
          <a:p>
            <a:pPr indent="-311150" lvl="6" marL="3200400" rtl="0" algn="l">
              <a:lnSpc>
                <a:spcPct val="115000"/>
              </a:lnSpc>
              <a:spcBef>
                <a:spcPts val="0"/>
              </a:spcBef>
              <a:spcAft>
                <a:spcPts val="0"/>
              </a:spcAft>
              <a:buSzPts val="1300"/>
              <a:buChar char="●"/>
            </a:pPr>
            <a:r>
              <a:rPr b="1" lang="en" sz="1300"/>
              <a:t>China, Saudi Arabia, Canada and UAE</a:t>
            </a:r>
            <a:endParaRPr b="1" sz="1300"/>
          </a:p>
          <a:p>
            <a:pPr indent="0" lvl="0" marL="0" rtl="0" algn="l">
              <a:lnSpc>
                <a:spcPct val="115000"/>
              </a:lnSpc>
              <a:spcBef>
                <a:spcPts val="0"/>
              </a:spcBef>
              <a:spcAft>
                <a:spcPts val="0"/>
              </a:spcAft>
              <a:buNone/>
            </a:pPr>
            <a:r>
              <a:t/>
            </a:r>
            <a:endParaRPr b="1"/>
          </a:p>
          <a:p>
            <a:pPr indent="-311150" lvl="0" marL="457200" rtl="0" algn="l">
              <a:lnSpc>
                <a:spcPct val="115000"/>
              </a:lnSpc>
              <a:spcBef>
                <a:spcPts val="0"/>
              </a:spcBef>
              <a:spcAft>
                <a:spcPts val="0"/>
              </a:spcAft>
              <a:buSzPts val="1300"/>
              <a:buChar char="●"/>
            </a:pPr>
            <a:r>
              <a:rPr b="1" lang="en">
                <a:solidFill>
                  <a:srgbClr val="38761D"/>
                </a:solidFill>
              </a:rPr>
              <a:t>2026 Q1 next year: </a:t>
            </a:r>
            <a:r>
              <a:rPr b="1" lang="en"/>
              <a:t>		Embed 1x PC21-0001 Kyriba Units - 500 &amp; PC22-0002 TAI Agents </a:t>
            </a:r>
            <a:endParaRPr b="1"/>
          </a:p>
          <a:p>
            <a:pPr indent="0" lvl="0" marL="2743200" rtl="0" algn="l">
              <a:lnSpc>
                <a:spcPct val="115000"/>
              </a:lnSpc>
              <a:spcBef>
                <a:spcPts val="0"/>
              </a:spcBef>
              <a:spcAft>
                <a:spcPts val="0"/>
              </a:spcAft>
              <a:buNone/>
            </a:pPr>
            <a:r>
              <a:rPr b="1" lang="en"/>
              <a:t>into c</a:t>
            </a:r>
            <a:r>
              <a:rPr b="1" lang="en" sz="1300"/>
              <a:t>ash management </a:t>
            </a:r>
            <a:r>
              <a:rPr b="1" lang="en"/>
              <a:t>bundles/</a:t>
            </a:r>
            <a:r>
              <a:rPr b="1" lang="en" sz="1300"/>
              <a:t>renewals </a:t>
            </a:r>
            <a:r>
              <a:rPr b="1" lang="en"/>
              <a:t>by default but can be excluded</a:t>
            </a:r>
            <a:r>
              <a:rPr b="1" lang="en"/>
              <a:t>. (Expected mid-January)</a:t>
            </a:r>
            <a:endParaRPr b="1" sz="1300"/>
          </a:p>
          <a:p>
            <a:pPr indent="0" lvl="0" marL="0" rtl="0" algn="l">
              <a:lnSpc>
                <a:spcPct val="115000"/>
              </a:lnSpc>
              <a:spcBef>
                <a:spcPts val="0"/>
              </a:spcBef>
              <a:spcAft>
                <a:spcPts val="0"/>
              </a:spcAft>
              <a:buNone/>
            </a:pPr>
            <a:r>
              <a:t/>
            </a:r>
            <a:endParaRPr b="1"/>
          </a:p>
          <a:p>
            <a:pPr indent="0" lvl="0" marL="0" rtl="0" algn="l">
              <a:lnSpc>
                <a:spcPct val="115000"/>
              </a:lnSpc>
              <a:spcBef>
                <a:spcPts val="0"/>
              </a:spcBef>
              <a:spcAft>
                <a:spcPts val="0"/>
              </a:spcAft>
              <a:buNone/>
            </a:pPr>
            <a:r>
              <a:t/>
            </a:r>
            <a:endParaRPr b="1" sz="1100">
              <a:solidFill>
                <a:srgbClr val="000000"/>
              </a:solidFill>
            </a:endParaRPr>
          </a:p>
          <a:p>
            <a:pPr indent="0" lvl="0" marL="0" rtl="0" algn="l">
              <a:lnSpc>
                <a:spcPct val="115000"/>
              </a:lnSpc>
              <a:spcBef>
                <a:spcPts val="0"/>
              </a:spcBef>
              <a:spcAft>
                <a:spcPts val="0"/>
              </a:spcAft>
              <a:buClr>
                <a:schemeClr val="hlink"/>
              </a:buClr>
              <a:buSzPts val="1100"/>
              <a:buFont typeface="Arial"/>
              <a:buNone/>
            </a:pPr>
            <a:r>
              <a:t/>
            </a:r>
            <a:endParaRPr b="1"/>
          </a:p>
          <a:p>
            <a:pPr indent="0" lvl="0" marL="0" rtl="0" algn="l">
              <a:lnSpc>
                <a:spcPct val="115000"/>
              </a:lnSpc>
              <a:spcBef>
                <a:spcPts val="0"/>
              </a:spcBef>
              <a:spcAft>
                <a:spcPts val="1200"/>
              </a:spcAft>
              <a:buSzPts val="1300"/>
              <a:buNone/>
            </a:pPr>
            <a:r>
              <a:t/>
            </a:r>
            <a:endParaRPr/>
          </a:p>
        </p:txBody>
      </p:sp>
      <p:sp>
        <p:nvSpPr>
          <p:cNvPr id="432" name="Google Shape;432;p66"/>
          <p:cNvSpPr txBox="1"/>
          <p:nvPr/>
        </p:nvSpPr>
        <p:spPr>
          <a:xfrm>
            <a:off x="370800" y="4444000"/>
            <a:ext cx="8402400" cy="206400"/>
          </a:xfrm>
          <a:prstGeom prst="rect">
            <a:avLst/>
          </a:prstGeom>
          <a:solidFill>
            <a:srgbClr val="FFF2CC"/>
          </a:solidFill>
          <a:ln cap="flat" cmpd="sng" w="9525">
            <a:solidFill>
              <a:srgbClr val="BF9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BF9000"/>
                </a:solidFill>
                <a:latin typeface="DM Sans"/>
                <a:ea typeface="DM Sans"/>
                <a:cs typeface="DM Sans"/>
                <a:sym typeface="DM Sans"/>
              </a:rPr>
              <a:t>Salesforce How-to video will be sent out early next week</a:t>
            </a:r>
            <a:endParaRPr sz="1200">
              <a:solidFill>
                <a:srgbClr val="BF9000"/>
              </a:solidFill>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67"/>
          <p:cNvSpPr txBox="1"/>
          <p:nvPr/>
        </p:nvSpPr>
        <p:spPr>
          <a:xfrm>
            <a:off x="228600" y="170325"/>
            <a:ext cx="8807700" cy="5727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3000"/>
              <a:buFont typeface="Arial"/>
              <a:buNone/>
            </a:pPr>
            <a:r>
              <a:rPr b="0" i="0" lang="en" sz="2300" u="none" cap="none" strike="noStrike">
                <a:solidFill>
                  <a:srgbClr val="1A252A"/>
                </a:solidFill>
                <a:latin typeface="DM Mono"/>
                <a:ea typeface="DM Mono"/>
                <a:cs typeface="DM Mono"/>
                <a:sym typeface="DM Mono"/>
              </a:rPr>
              <a:t>TAI: Available for Customers from Mid-November!</a:t>
            </a:r>
            <a:endParaRPr b="0" i="0" sz="2300" u="none" cap="none" strike="noStrike">
              <a:solidFill>
                <a:srgbClr val="1A252A"/>
              </a:solidFill>
              <a:latin typeface="DM Mono"/>
              <a:ea typeface="DM Mono"/>
              <a:cs typeface="DM Mono"/>
              <a:sym typeface="DM Mono"/>
            </a:endParaRPr>
          </a:p>
        </p:txBody>
      </p:sp>
      <p:sp>
        <p:nvSpPr>
          <p:cNvPr id="438" name="Google Shape;438;p67"/>
          <p:cNvSpPr txBox="1"/>
          <p:nvPr/>
        </p:nvSpPr>
        <p:spPr>
          <a:xfrm>
            <a:off x="278156" y="793838"/>
            <a:ext cx="8245500" cy="4212300"/>
          </a:xfrm>
          <a:prstGeom prst="rect">
            <a:avLst/>
          </a:prstGeom>
          <a:noFill/>
          <a:ln>
            <a:noFill/>
          </a:ln>
        </p:spPr>
        <p:txBody>
          <a:bodyPr anchorCtr="0" anchor="t" bIns="68575" lIns="68575" spcFirstLastPara="1" rIns="68575" wrap="square" tIns="68575">
            <a:spAutoFit/>
          </a:bodyPr>
          <a:lstStyle/>
          <a:p>
            <a:pPr indent="-241300" lvl="0" marL="342900" marR="0" rtl="0" algn="l">
              <a:lnSpc>
                <a:spcPct val="150000"/>
              </a:lnSpc>
              <a:spcBef>
                <a:spcPts val="0"/>
              </a:spcBef>
              <a:spcAft>
                <a:spcPts val="0"/>
              </a:spcAft>
              <a:buClr>
                <a:srgbClr val="000000"/>
              </a:buClr>
              <a:buSzPts val="1200"/>
              <a:buFont typeface="DM Sans SemiBold"/>
              <a:buChar char="-"/>
            </a:pPr>
            <a:r>
              <a:rPr b="1" i="0" lang="en" sz="1200" u="none" cap="none" strike="noStrike">
                <a:solidFill>
                  <a:srgbClr val="000000"/>
                </a:solidFill>
                <a:latin typeface="DM Sans"/>
                <a:ea typeface="DM Sans"/>
                <a:cs typeface="DM Sans"/>
                <a:sym typeface="DM Sans"/>
              </a:rPr>
              <a:t>TAI in </a:t>
            </a:r>
            <a:r>
              <a:rPr b="1" lang="en" sz="1200">
                <a:latin typeface="DM Sans"/>
                <a:ea typeface="DM Sans"/>
                <a:cs typeface="DM Sans"/>
                <a:sym typeface="DM Sans"/>
              </a:rPr>
              <a:t>P</a:t>
            </a:r>
            <a:r>
              <a:rPr b="1" i="0" lang="en" sz="1200" u="none" cap="none" strike="noStrike">
                <a:solidFill>
                  <a:srgbClr val="000000"/>
                </a:solidFill>
                <a:latin typeface="DM Sans"/>
                <a:ea typeface="DM Sans"/>
                <a:cs typeface="DM Sans"/>
                <a:sym typeface="DM Sans"/>
              </a:rPr>
              <a:t>roduction:</a:t>
            </a:r>
            <a:endParaRPr b="0" i="0" sz="1200" u="none" cap="none" strike="noStrike">
              <a:solidFill>
                <a:srgbClr val="000000"/>
              </a:solidFill>
              <a:latin typeface="DM Sans"/>
              <a:ea typeface="DM Sans"/>
              <a:cs typeface="DM Sans"/>
              <a:sym typeface="DM Sans"/>
            </a:endParaRPr>
          </a:p>
          <a:p>
            <a:pPr indent="-241300" lvl="1" marL="685800" marR="0" rtl="0" algn="l">
              <a:lnSpc>
                <a:spcPct val="150000"/>
              </a:lnSpc>
              <a:spcBef>
                <a:spcPts val="0"/>
              </a:spcBef>
              <a:spcAft>
                <a:spcPts val="0"/>
              </a:spcAft>
              <a:buClr>
                <a:srgbClr val="000000"/>
              </a:buClr>
              <a:buSzPts val="1200"/>
              <a:buFont typeface="DM Sans SemiBold"/>
              <a:buChar char="-"/>
            </a:pPr>
            <a:r>
              <a:rPr lang="en" sz="1200">
                <a:latin typeface="DM Sans"/>
                <a:ea typeface="DM Sans"/>
                <a:cs typeface="DM Sans"/>
                <a:sym typeface="DM Sans"/>
              </a:rPr>
              <a:t>On track. T</a:t>
            </a:r>
            <a:r>
              <a:rPr b="0" i="0" lang="en" sz="1200" u="none" cap="none" strike="noStrike">
                <a:solidFill>
                  <a:srgbClr val="000000"/>
                </a:solidFill>
                <a:latin typeface="DM Sans"/>
                <a:ea typeface="DM Sans"/>
                <a:cs typeface="DM Sans"/>
                <a:sym typeface="DM Sans"/>
              </a:rPr>
              <a:t>argeting November 15th for Quartz and Opal (mainl</a:t>
            </a:r>
            <a:r>
              <a:rPr lang="en" sz="1200">
                <a:latin typeface="DM Sans"/>
                <a:ea typeface="DM Sans"/>
                <a:cs typeface="DM Sans"/>
                <a:sym typeface="DM Sans"/>
              </a:rPr>
              <a:t>y for customers in US &amp; EMEA)</a:t>
            </a:r>
            <a:r>
              <a:rPr b="0" i="0" lang="en" sz="1200" u="none" cap="none" strike="noStrike">
                <a:solidFill>
                  <a:srgbClr val="000000"/>
                </a:solidFill>
                <a:latin typeface="DM Sans"/>
                <a:ea typeface="DM Sans"/>
                <a:cs typeface="DM Sans"/>
                <a:sym typeface="DM Sans"/>
              </a:rPr>
              <a:t>.</a:t>
            </a:r>
            <a:endParaRPr b="0" i="0" sz="1200" u="none" cap="none" strike="noStrike">
              <a:solidFill>
                <a:srgbClr val="000000"/>
              </a:solidFill>
              <a:latin typeface="DM Sans"/>
              <a:ea typeface="DM Sans"/>
              <a:cs typeface="DM Sans"/>
              <a:sym typeface="DM Sans"/>
            </a:endParaRPr>
          </a:p>
          <a:p>
            <a:pPr indent="-241300" lvl="0" marL="342900" marR="0" rtl="0" algn="l">
              <a:lnSpc>
                <a:spcPct val="150000"/>
              </a:lnSpc>
              <a:spcBef>
                <a:spcPts val="0"/>
              </a:spcBef>
              <a:spcAft>
                <a:spcPts val="0"/>
              </a:spcAft>
              <a:buClr>
                <a:srgbClr val="000000"/>
              </a:buClr>
              <a:buSzPts val="1200"/>
              <a:buFont typeface="DM Sans"/>
              <a:buChar char="-"/>
            </a:pPr>
            <a:r>
              <a:rPr b="1" lang="en" sz="1200">
                <a:latin typeface="DM Sans"/>
                <a:ea typeface="DM Sans"/>
                <a:cs typeface="DM Sans"/>
                <a:sym typeface="DM Sans"/>
              </a:rPr>
              <a:t>TAI Pricing (</a:t>
            </a:r>
            <a:r>
              <a:rPr b="1" lang="en" sz="1200">
                <a:solidFill>
                  <a:schemeClr val="accent2"/>
                </a:solidFill>
                <a:latin typeface="DM Sans"/>
                <a:ea typeface="DM Sans"/>
                <a:cs typeface="DM Sans"/>
                <a:sym typeface="DM Sans"/>
              </a:rPr>
              <a:t>IMPORTANT</a:t>
            </a:r>
            <a:r>
              <a:rPr b="1" lang="en" sz="1200">
                <a:latin typeface="DM Sans"/>
                <a:ea typeface="DM Sans"/>
                <a:cs typeface="DM Sans"/>
                <a:sym typeface="DM Sans"/>
              </a:rPr>
              <a:t>):</a:t>
            </a:r>
            <a:endParaRPr b="1" sz="1200">
              <a:latin typeface="DM Sans"/>
              <a:ea typeface="DM Sans"/>
              <a:cs typeface="DM Sans"/>
              <a:sym typeface="DM Sans"/>
            </a:endParaRPr>
          </a:p>
          <a:p>
            <a:pPr indent="-241300" lvl="1" marL="685800" marR="0" rtl="0" algn="l">
              <a:lnSpc>
                <a:spcPct val="150000"/>
              </a:lnSpc>
              <a:spcBef>
                <a:spcPts val="0"/>
              </a:spcBef>
              <a:spcAft>
                <a:spcPts val="0"/>
              </a:spcAft>
              <a:buSzPts val="1200"/>
              <a:buFont typeface="DM Sans"/>
              <a:buChar char="-"/>
            </a:pPr>
            <a:r>
              <a:rPr lang="en" sz="1200">
                <a:latin typeface="DM Sans"/>
                <a:ea typeface="DM Sans"/>
                <a:cs typeface="DM Sans"/>
                <a:sym typeface="DM Sans"/>
              </a:rPr>
              <a:t>Recording is distributed by Sales Enablement: </a:t>
            </a:r>
            <a:r>
              <a:rPr lang="en" sz="1200" u="sng">
                <a:solidFill>
                  <a:srgbClr val="0B4C8C"/>
                </a:solidFill>
                <a:latin typeface="DM Sans"/>
                <a:ea typeface="DM Sans"/>
                <a:cs typeface="DM Sans"/>
                <a:sym typeface="DM Sans"/>
                <a:hlinkClick r:id="rId3">
                  <a:extLst>
                    <a:ext uri="{A12FA001-AC4F-418D-AE19-62706E023703}">
                      <ahyp:hlinkClr val="tx"/>
                    </a:ext>
                  </a:extLst>
                </a:hlinkClick>
              </a:rPr>
              <a:t>TAI Pricing</a:t>
            </a:r>
            <a:r>
              <a:rPr lang="en" sz="1200">
                <a:solidFill>
                  <a:srgbClr val="0B4C8C"/>
                </a:solidFill>
                <a:latin typeface="DM Sans"/>
                <a:ea typeface="DM Sans"/>
                <a:cs typeface="DM Sans"/>
                <a:sym typeface="DM Sans"/>
              </a:rPr>
              <a:t> with </a:t>
            </a:r>
            <a:r>
              <a:rPr lang="en" sz="1200" u="sng">
                <a:solidFill>
                  <a:srgbClr val="0B4C8C"/>
                </a:solidFill>
                <a:latin typeface="DM Sans"/>
                <a:ea typeface="DM Sans"/>
                <a:cs typeface="DM Sans"/>
                <a:sym typeface="DM Sans"/>
                <a:hlinkClick r:id="rId4">
                  <a:extLst>
                    <a:ext uri="{A12FA001-AC4F-418D-AE19-62706E023703}">
                      <ahyp:hlinkClr val="tx"/>
                    </a:ext>
                  </a:extLst>
                </a:hlinkClick>
              </a:rPr>
              <a:t>Highspot link</a:t>
            </a:r>
            <a:r>
              <a:rPr lang="en" sz="1200">
                <a:solidFill>
                  <a:srgbClr val="0B4C8C"/>
                </a:solidFill>
                <a:latin typeface="DM Sans"/>
                <a:ea typeface="DM Sans"/>
                <a:cs typeface="DM Sans"/>
                <a:sym typeface="DM Sans"/>
              </a:rPr>
              <a:t> &amp; </a:t>
            </a:r>
            <a:r>
              <a:rPr lang="en" sz="1200" u="sng">
                <a:solidFill>
                  <a:srgbClr val="247094"/>
                </a:solidFill>
                <a:latin typeface="DM Sans"/>
                <a:ea typeface="DM Sans"/>
                <a:cs typeface="DM Sans"/>
                <a:sym typeface="DM Sans"/>
                <a:hlinkClick r:id="rId5">
                  <a:extLst>
                    <a:ext uri="{A12FA001-AC4F-418D-AE19-62706E023703}">
                      <ahyp:hlinkClr val="tx"/>
                    </a:ext>
                  </a:extLst>
                </a:hlinkClick>
              </a:rPr>
              <a:t>non-Highspot link</a:t>
            </a:r>
            <a:endParaRPr sz="1200">
              <a:latin typeface="DM Sans"/>
              <a:ea typeface="DM Sans"/>
              <a:cs typeface="DM Sans"/>
              <a:sym typeface="DM Sans"/>
            </a:endParaRPr>
          </a:p>
          <a:p>
            <a:pPr indent="-241300" lvl="1" marL="685800" marR="0" rtl="0" algn="l">
              <a:lnSpc>
                <a:spcPct val="150000"/>
              </a:lnSpc>
              <a:spcBef>
                <a:spcPts val="0"/>
              </a:spcBef>
              <a:spcAft>
                <a:spcPts val="0"/>
              </a:spcAft>
              <a:buSzPts val="1200"/>
              <a:buFont typeface="DM Sans"/>
              <a:buChar char="-"/>
            </a:pPr>
            <a:r>
              <a:rPr lang="en" sz="1200">
                <a:latin typeface="DM Sans"/>
                <a:ea typeface="DM Sans"/>
                <a:cs typeface="DM Sans"/>
                <a:sym typeface="DM Sans"/>
              </a:rPr>
              <a:t>NORAM &amp; EMEA Live enablement sessions booked for Oct 15 and Oct 17 respectively.  </a:t>
            </a:r>
            <a:endParaRPr sz="1200">
              <a:latin typeface="DM Sans"/>
              <a:ea typeface="DM Sans"/>
              <a:cs typeface="DM Sans"/>
              <a:sym typeface="DM Sans"/>
            </a:endParaRPr>
          </a:p>
          <a:p>
            <a:pPr indent="-241300" lvl="0" marL="342900" marR="0" rtl="0" algn="l">
              <a:lnSpc>
                <a:spcPct val="150000"/>
              </a:lnSpc>
              <a:spcBef>
                <a:spcPts val="0"/>
              </a:spcBef>
              <a:spcAft>
                <a:spcPts val="0"/>
              </a:spcAft>
              <a:buClr>
                <a:srgbClr val="000000"/>
              </a:buClr>
              <a:buSzPts val="1200"/>
              <a:buFont typeface="DM Sans"/>
              <a:buChar char="-"/>
            </a:pPr>
            <a:r>
              <a:rPr b="1" lang="en" sz="1200">
                <a:latin typeface="DM Sans"/>
                <a:ea typeface="DM Sans"/>
                <a:cs typeface="DM Sans"/>
                <a:sym typeface="DM Sans"/>
              </a:rPr>
              <a:t>TAI </a:t>
            </a:r>
            <a:r>
              <a:rPr b="1" i="0" lang="en" sz="1200" u="none" cap="none" strike="noStrike">
                <a:solidFill>
                  <a:srgbClr val="000000"/>
                </a:solidFill>
                <a:latin typeface="DM Sans"/>
                <a:ea typeface="DM Sans"/>
                <a:cs typeface="DM Sans"/>
                <a:sym typeface="DM Sans"/>
              </a:rPr>
              <a:t>Content </a:t>
            </a:r>
            <a:r>
              <a:rPr b="1" lang="en" sz="1200">
                <a:latin typeface="DM Sans"/>
                <a:ea typeface="DM Sans"/>
                <a:cs typeface="DM Sans"/>
                <a:sym typeface="DM Sans"/>
              </a:rPr>
              <a:t>Highlights</a:t>
            </a:r>
            <a:r>
              <a:rPr b="1" i="0" lang="en" sz="1200" u="none" cap="none" strike="noStrike">
                <a:solidFill>
                  <a:srgbClr val="000000"/>
                </a:solidFill>
                <a:latin typeface="DM Sans"/>
                <a:ea typeface="DM Sans"/>
                <a:cs typeface="DM Sans"/>
                <a:sym typeface="DM Sans"/>
              </a:rPr>
              <a:t>: </a:t>
            </a:r>
            <a:endParaRPr b="1" i="0" sz="1200" u="none" cap="none" strike="noStrike">
              <a:solidFill>
                <a:srgbClr val="000000"/>
              </a:solidFill>
              <a:latin typeface="DM Sans"/>
              <a:ea typeface="DM Sans"/>
              <a:cs typeface="DM Sans"/>
              <a:sym typeface="DM Sans"/>
            </a:endParaRPr>
          </a:p>
          <a:p>
            <a:pPr indent="-241300" lvl="1" marL="685800" rtl="0" algn="l">
              <a:lnSpc>
                <a:spcPct val="115000"/>
              </a:lnSpc>
              <a:spcBef>
                <a:spcPts val="0"/>
              </a:spcBef>
              <a:spcAft>
                <a:spcPts val="0"/>
              </a:spcAft>
              <a:buClr>
                <a:srgbClr val="222222"/>
              </a:buClr>
              <a:buSzPts val="1200"/>
              <a:buFont typeface="DM Sans"/>
              <a:buChar char="-"/>
            </a:pPr>
            <a:r>
              <a:rPr lang="en" sz="1200">
                <a:solidFill>
                  <a:srgbClr val="222222"/>
                </a:solidFill>
                <a:latin typeface="DM Sans"/>
                <a:ea typeface="DM Sans"/>
                <a:cs typeface="DM Sans"/>
                <a:sym typeface="DM Sans"/>
              </a:rPr>
              <a:t>For easy-sharing, public accessible asset to show the customers quickly what TAI looks/can do, use the TAI landing page with a product tour embedded: </a:t>
            </a:r>
            <a:r>
              <a:rPr lang="en" sz="1200" u="sng">
                <a:solidFill>
                  <a:srgbClr val="1155CC"/>
                </a:solidFill>
                <a:latin typeface="DM Sans"/>
                <a:ea typeface="DM Sans"/>
                <a:cs typeface="DM Sans"/>
                <a:sym typeface="DM Sans"/>
                <a:hlinkClick r:id="rId6">
                  <a:extLst>
                    <a:ext uri="{A12FA001-AC4F-418D-AE19-62706E023703}">
                      <ahyp:hlinkClr val="tx"/>
                    </a:ext>
                  </a:extLst>
                </a:hlinkClick>
              </a:rPr>
              <a:t>https://www.kyriba.com/products/agentic-ai-tai/</a:t>
            </a:r>
            <a:r>
              <a:rPr lang="en" sz="1200">
                <a:solidFill>
                  <a:srgbClr val="222222"/>
                </a:solidFill>
                <a:latin typeface="DM Sans"/>
                <a:ea typeface="DM Sans"/>
                <a:cs typeface="DM Sans"/>
                <a:sym typeface="DM Sans"/>
              </a:rPr>
              <a:t> </a:t>
            </a:r>
            <a:endParaRPr sz="1200">
              <a:solidFill>
                <a:srgbClr val="222222"/>
              </a:solidFill>
              <a:latin typeface="DM Sans"/>
              <a:ea typeface="DM Sans"/>
              <a:cs typeface="DM Sans"/>
              <a:sym typeface="DM Sans"/>
            </a:endParaRPr>
          </a:p>
          <a:p>
            <a:pPr indent="-241300" lvl="1" marL="685800" rtl="0" algn="l">
              <a:lnSpc>
                <a:spcPct val="115000"/>
              </a:lnSpc>
              <a:spcBef>
                <a:spcPts val="0"/>
              </a:spcBef>
              <a:spcAft>
                <a:spcPts val="0"/>
              </a:spcAft>
              <a:buClr>
                <a:srgbClr val="222222"/>
              </a:buClr>
              <a:buSzPts val="1200"/>
              <a:buFont typeface="DM Sans"/>
              <a:buChar char="-"/>
            </a:pPr>
            <a:r>
              <a:rPr lang="en" sz="1200" u="sng">
                <a:solidFill>
                  <a:srgbClr val="1155CC"/>
                </a:solidFill>
                <a:latin typeface="DM Sans"/>
                <a:ea typeface="DM Sans"/>
                <a:cs typeface="DM Sans"/>
                <a:sym typeface="DM Sans"/>
                <a:hlinkClick r:id="rId7">
                  <a:extLst>
                    <a:ext uri="{A12FA001-AC4F-418D-AE19-62706E023703}">
                      <ahyp:hlinkClr val="tx"/>
                    </a:ext>
                  </a:extLst>
                </a:hlinkClick>
              </a:rPr>
              <a:t>Felix's recent blog on TAI </a:t>
            </a:r>
            <a:r>
              <a:rPr lang="en" sz="1200">
                <a:solidFill>
                  <a:srgbClr val="222222"/>
                </a:solidFill>
                <a:latin typeface="DM Sans"/>
                <a:ea typeface="DM Sans"/>
                <a:cs typeface="DM Sans"/>
                <a:sym typeface="DM Sans"/>
              </a:rPr>
              <a:t>is a great piece to share with customers on TAI differentiation.</a:t>
            </a:r>
            <a:endParaRPr sz="1200">
              <a:solidFill>
                <a:srgbClr val="222222"/>
              </a:solidFill>
              <a:latin typeface="DM Sans"/>
              <a:ea typeface="DM Sans"/>
              <a:cs typeface="DM Sans"/>
              <a:sym typeface="DM Sans"/>
            </a:endParaRPr>
          </a:p>
          <a:p>
            <a:pPr indent="-241300" lvl="1" marL="685800" rtl="0" algn="l">
              <a:lnSpc>
                <a:spcPct val="115000"/>
              </a:lnSpc>
              <a:spcBef>
                <a:spcPts val="0"/>
              </a:spcBef>
              <a:spcAft>
                <a:spcPts val="0"/>
              </a:spcAft>
              <a:buClr>
                <a:srgbClr val="222222"/>
              </a:buClr>
              <a:buSzPts val="1200"/>
              <a:buFont typeface="DM Sans"/>
              <a:buChar char="-"/>
            </a:pPr>
            <a:r>
              <a:rPr lang="en" sz="1200">
                <a:solidFill>
                  <a:srgbClr val="222222"/>
                </a:solidFill>
                <a:latin typeface="DM Sans"/>
                <a:ea typeface="DM Sans"/>
                <a:cs typeface="DM Sans"/>
                <a:sym typeface="DM Sans"/>
              </a:rPr>
              <a:t>If customers would like more details, there is </a:t>
            </a:r>
            <a:r>
              <a:rPr lang="en" sz="1200" u="sng">
                <a:solidFill>
                  <a:srgbClr val="1155CC"/>
                </a:solidFill>
                <a:latin typeface="DM Sans"/>
                <a:ea typeface="DM Sans"/>
                <a:cs typeface="DM Sans"/>
                <a:sym typeface="DM Sans"/>
                <a:hlinkClick r:id="rId8">
                  <a:extLst>
                    <a:ext uri="{A12FA001-AC4F-418D-AE19-62706E023703}">
                      <ahyp:hlinkClr val="tx"/>
                    </a:ext>
                  </a:extLst>
                </a:hlinkClick>
              </a:rPr>
              <a:t>an on-demand webinar </a:t>
            </a:r>
            <a:r>
              <a:rPr lang="en" sz="1200">
                <a:solidFill>
                  <a:srgbClr val="222222"/>
                </a:solidFill>
                <a:latin typeface="DM Sans"/>
                <a:ea typeface="DM Sans"/>
                <a:cs typeface="DM Sans"/>
                <a:sym typeface="DM Sans"/>
              </a:rPr>
              <a:t>where TomG presented TAI. </a:t>
            </a:r>
            <a:endParaRPr sz="1200">
              <a:solidFill>
                <a:srgbClr val="222222"/>
              </a:solidFill>
              <a:latin typeface="DM Sans"/>
              <a:ea typeface="DM Sans"/>
              <a:cs typeface="DM Sans"/>
              <a:sym typeface="DM Sans"/>
            </a:endParaRPr>
          </a:p>
          <a:p>
            <a:pPr indent="-241300" lvl="1" marL="685800" rtl="0" algn="l">
              <a:lnSpc>
                <a:spcPct val="115000"/>
              </a:lnSpc>
              <a:spcBef>
                <a:spcPts val="0"/>
              </a:spcBef>
              <a:spcAft>
                <a:spcPts val="0"/>
              </a:spcAft>
              <a:buClr>
                <a:srgbClr val="222222"/>
              </a:buClr>
              <a:buSzPts val="1200"/>
              <a:buFont typeface="DM Sans"/>
              <a:buChar char="-"/>
            </a:pPr>
            <a:r>
              <a:rPr lang="en" sz="1200">
                <a:solidFill>
                  <a:srgbClr val="222222"/>
                </a:solidFill>
                <a:latin typeface="DM Sans"/>
                <a:ea typeface="DM Sans"/>
                <a:cs typeface="DM Sans"/>
                <a:sym typeface="DM Sans"/>
              </a:rPr>
              <a:t>If customers still want more info such as future features, they can register for </a:t>
            </a:r>
            <a:r>
              <a:rPr lang="en" sz="1200" u="sng">
                <a:solidFill>
                  <a:srgbClr val="1155CC"/>
                </a:solidFill>
                <a:latin typeface="DM Sans"/>
                <a:ea typeface="DM Sans"/>
                <a:cs typeface="DM Sans"/>
                <a:sym typeface="DM Sans"/>
                <a:hlinkClick r:id="rId9">
                  <a:extLst>
                    <a:ext uri="{A12FA001-AC4F-418D-AE19-62706E023703}">
                      <ahyp:hlinkClr val="tx"/>
                    </a:ext>
                  </a:extLst>
                </a:hlinkClick>
              </a:rPr>
              <a:t>a follow-up TAI webinar</a:t>
            </a:r>
            <a:r>
              <a:rPr lang="en" sz="1200">
                <a:solidFill>
                  <a:srgbClr val="222222"/>
                </a:solidFill>
                <a:latin typeface="DM Sans"/>
                <a:ea typeface="DM Sans"/>
                <a:cs typeface="DM Sans"/>
                <a:sym typeface="DM Sans"/>
              </a:rPr>
              <a:t> that's upcoming and hosted by TomG on 21st of Oct.</a:t>
            </a:r>
            <a:endParaRPr sz="1200">
              <a:solidFill>
                <a:srgbClr val="222222"/>
              </a:solidFill>
              <a:latin typeface="DM Sans"/>
              <a:ea typeface="DM Sans"/>
              <a:cs typeface="DM Sans"/>
              <a:sym typeface="DM Sans"/>
            </a:endParaRPr>
          </a:p>
          <a:p>
            <a:pPr indent="-241300" lvl="1" marL="685800" rtl="0" algn="l">
              <a:lnSpc>
                <a:spcPct val="115000"/>
              </a:lnSpc>
              <a:spcBef>
                <a:spcPts val="0"/>
              </a:spcBef>
              <a:spcAft>
                <a:spcPts val="0"/>
              </a:spcAft>
              <a:buClr>
                <a:srgbClr val="222222"/>
              </a:buClr>
              <a:buSzPts val="1200"/>
              <a:buFont typeface="DM Sans"/>
              <a:buChar char="-"/>
            </a:pPr>
            <a:r>
              <a:rPr lang="en" sz="1200">
                <a:solidFill>
                  <a:srgbClr val="222222"/>
                </a:solidFill>
                <a:latin typeface="DM Sans"/>
                <a:ea typeface="DM Sans"/>
                <a:cs typeface="DM Sans"/>
                <a:sym typeface="DM Sans"/>
              </a:rPr>
              <a:t>Check  out </a:t>
            </a:r>
            <a:r>
              <a:rPr lang="en" sz="1200" u="sng">
                <a:solidFill>
                  <a:srgbClr val="1155CC"/>
                </a:solidFill>
                <a:latin typeface="DM Sans"/>
                <a:ea typeface="DM Sans"/>
                <a:cs typeface="DM Sans"/>
                <a:sym typeface="DM Sans"/>
                <a:hlinkClick r:id="rId10">
                  <a:extLst>
                    <a:ext uri="{A12FA001-AC4F-418D-AE19-62706E023703}">
                      <ahyp:hlinkClr val="tx"/>
                    </a:ext>
                  </a:extLst>
                </a:hlinkClick>
              </a:rPr>
              <a:t>the internal AI FAQ </a:t>
            </a:r>
            <a:r>
              <a:rPr lang="en" sz="1200">
                <a:solidFill>
                  <a:srgbClr val="222222"/>
                </a:solidFill>
                <a:latin typeface="DM Sans"/>
                <a:ea typeface="DM Sans"/>
                <a:cs typeface="DM Sans"/>
                <a:sym typeface="DM Sans"/>
              </a:rPr>
              <a:t> if you have further questions</a:t>
            </a:r>
            <a:endParaRPr sz="1200">
              <a:solidFill>
                <a:srgbClr val="222222"/>
              </a:solidFill>
              <a:latin typeface="DM Sans"/>
              <a:ea typeface="DM Sans"/>
              <a:cs typeface="DM Sans"/>
              <a:sym typeface="DM Sans"/>
            </a:endParaRPr>
          </a:p>
          <a:p>
            <a:pPr indent="-241300" lvl="1" marL="685800" rtl="0" algn="l">
              <a:lnSpc>
                <a:spcPct val="115000"/>
              </a:lnSpc>
              <a:spcBef>
                <a:spcPts val="0"/>
              </a:spcBef>
              <a:spcAft>
                <a:spcPts val="0"/>
              </a:spcAft>
              <a:buClr>
                <a:srgbClr val="222222"/>
              </a:buClr>
              <a:buSzPts val="1200"/>
              <a:buFont typeface="DM Sans"/>
              <a:buChar char="-"/>
            </a:pPr>
            <a:r>
              <a:rPr lang="en" sz="1200">
                <a:solidFill>
                  <a:srgbClr val="222222"/>
                </a:solidFill>
                <a:latin typeface="DM Sans"/>
                <a:ea typeface="DM Sans"/>
                <a:cs typeface="DM Sans"/>
                <a:sym typeface="DM Sans"/>
              </a:rPr>
              <a:t>Review our </a:t>
            </a:r>
            <a:r>
              <a:rPr lang="en" sz="1200" u="sng">
                <a:solidFill>
                  <a:srgbClr val="1155CC"/>
                </a:solidFill>
                <a:latin typeface="DM Sans"/>
                <a:ea typeface="DM Sans"/>
                <a:cs typeface="DM Sans"/>
                <a:sym typeface="DM Sans"/>
                <a:hlinkClick r:id="rId11">
                  <a:extLst>
                    <a:ext uri="{A12FA001-AC4F-418D-AE19-62706E023703}">
                      <ahyp:hlinkClr val="tx"/>
                    </a:ext>
                  </a:extLst>
                </a:hlinkClick>
              </a:rPr>
              <a:t>Sales Crib Sheet</a:t>
            </a:r>
            <a:endParaRPr sz="1200">
              <a:solidFill>
                <a:srgbClr val="1155CC"/>
              </a:solidFill>
              <a:latin typeface="DM Sans"/>
              <a:ea typeface="DM Sans"/>
              <a:cs typeface="DM Sans"/>
              <a:sym typeface="DM Sans"/>
            </a:endParaRPr>
          </a:p>
          <a:p>
            <a:pPr indent="-241300" lvl="1" marL="685800" rtl="0" algn="l">
              <a:lnSpc>
                <a:spcPct val="115000"/>
              </a:lnSpc>
              <a:spcBef>
                <a:spcPts val="0"/>
              </a:spcBef>
              <a:spcAft>
                <a:spcPts val="0"/>
              </a:spcAft>
              <a:buClr>
                <a:srgbClr val="222222"/>
              </a:buClr>
              <a:buSzPts val="1200"/>
              <a:buFont typeface="DM Sans"/>
              <a:buChar char="-"/>
            </a:pPr>
            <a:r>
              <a:rPr lang="en" sz="1200">
                <a:solidFill>
                  <a:srgbClr val="222222"/>
                </a:solidFill>
                <a:latin typeface="DM Sans"/>
                <a:ea typeface="DM Sans"/>
                <a:cs typeface="DM Sans"/>
                <a:sym typeface="DM Sans"/>
              </a:rPr>
              <a:t>All content has been made available in HighSpot by Sales Enablement </a:t>
            </a:r>
            <a:endParaRPr sz="1200">
              <a:solidFill>
                <a:srgbClr val="222222"/>
              </a:solidFill>
              <a:latin typeface="DM Sans"/>
              <a:ea typeface="DM Sans"/>
              <a:cs typeface="DM Sans"/>
              <a:sym typeface="DM Sans"/>
            </a:endParaRPr>
          </a:p>
          <a:p>
            <a:pPr indent="-241300" lvl="0" marL="342900" rtl="0" algn="l">
              <a:lnSpc>
                <a:spcPct val="115000"/>
              </a:lnSpc>
              <a:spcBef>
                <a:spcPts val="800"/>
              </a:spcBef>
              <a:spcAft>
                <a:spcPts val="800"/>
              </a:spcAft>
              <a:buClr>
                <a:srgbClr val="222222"/>
              </a:buClr>
              <a:buSzPts val="1200"/>
              <a:buFont typeface="DM Sans"/>
              <a:buChar char="-"/>
            </a:pPr>
            <a:r>
              <a:rPr b="1" lang="en" sz="1200">
                <a:solidFill>
                  <a:srgbClr val="222222"/>
                </a:solidFill>
                <a:latin typeface="DM Sans"/>
                <a:ea typeface="DM Sans"/>
                <a:cs typeface="DM Sans"/>
                <a:sym typeface="DM Sans"/>
              </a:rPr>
              <a:t>Contact Tom Callway, Adam Bridgewater or Liang Fang if you have any further questions about TAI and TAI pricing. </a:t>
            </a:r>
            <a:endParaRPr b="1" sz="1200">
              <a:solidFill>
                <a:srgbClr val="222222"/>
              </a:solidFill>
              <a:latin typeface="DM Sans"/>
              <a:ea typeface="DM Sans"/>
              <a:cs typeface="DM Sans"/>
              <a:sym typeface="DM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42" name="Shape 442"/>
        <p:cNvGrpSpPr/>
        <p:nvPr/>
      </p:nvGrpSpPr>
      <p:grpSpPr>
        <a:xfrm>
          <a:off x="0" y="0"/>
          <a:ext cx="0" cy="0"/>
          <a:chOff x="0" y="0"/>
          <a:chExt cx="0" cy="0"/>
        </a:xfrm>
      </p:grpSpPr>
      <p:pic>
        <p:nvPicPr>
          <p:cNvPr id="443" name="Google Shape;443;p68"/>
          <p:cNvPicPr preferRelativeResize="0"/>
          <p:nvPr/>
        </p:nvPicPr>
        <p:blipFill rotWithShape="1">
          <a:blip r:embed="rId3">
            <a:alphaModFix/>
          </a:blip>
          <a:srcRect b="0" l="0" r="0" t="0"/>
          <a:stretch/>
        </p:blipFill>
        <p:spPr>
          <a:xfrm>
            <a:off x="4924439" y="0"/>
            <a:ext cx="4219573" cy="5143500"/>
          </a:xfrm>
          <a:prstGeom prst="rect">
            <a:avLst/>
          </a:prstGeom>
          <a:noFill/>
          <a:ln>
            <a:noFill/>
          </a:ln>
        </p:spPr>
      </p:pic>
      <p:sp>
        <p:nvSpPr>
          <p:cNvPr id="444" name="Google Shape;444;p68"/>
          <p:cNvSpPr txBox="1"/>
          <p:nvPr>
            <p:ph type="ctrTitle"/>
          </p:nvPr>
        </p:nvSpPr>
        <p:spPr>
          <a:xfrm>
            <a:off x="228600" y="342900"/>
            <a:ext cx="6467700" cy="20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5200"/>
              <a:buNone/>
            </a:pPr>
            <a:r>
              <a:rPr lang="en"/>
              <a:t>TAI in Salesforce</a:t>
            </a:r>
            <a:endParaRPr/>
          </a:p>
          <a:p>
            <a:pPr indent="0" lvl="0" marL="0" rtl="0" algn="l">
              <a:spcBef>
                <a:spcPts val="0"/>
              </a:spcBef>
              <a:spcAft>
                <a:spcPts val="0"/>
              </a:spcAft>
              <a:buSzPts val="5200"/>
              <a:buNone/>
            </a:pPr>
            <a:r>
              <a:t/>
            </a:r>
            <a:endParaRPr/>
          </a:p>
          <a:p>
            <a:pPr indent="0" lvl="0" marL="0" rtl="0" algn="l">
              <a:spcBef>
                <a:spcPts val="0"/>
              </a:spcBef>
              <a:spcAft>
                <a:spcPts val="0"/>
              </a:spcAft>
              <a:buSzPts val="5200"/>
              <a:buNone/>
            </a:pPr>
            <a:r>
              <a:rPr lang="en"/>
              <a:t>FY25 Q4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8" name="Shape 448"/>
        <p:cNvGrpSpPr/>
        <p:nvPr/>
      </p:nvGrpSpPr>
      <p:grpSpPr>
        <a:xfrm>
          <a:off x="0" y="0"/>
          <a:ext cx="0" cy="0"/>
          <a:chOff x="0" y="0"/>
          <a:chExt cx="0" cy="0"/>
        </a:xfrm>
      </p:grpSpPr>
      <p:sp>
        <p:nvSpPr>
          <p:cNvPr id="449" name="Google Shape;449;p69"/>
          <p:cNvSpPr txBox="1"/>
          <p:nvPr>
            <p:ph type="title"/>
          </p:nvPr>
        </p:nvSpPr>
        <p:spPr>
          <a:xfrm>
            <a:off x="228600" y="342900"/>
            <a:ext cx="52602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Salesforce Timeline:</a:t>
            </a:r>
            <a:endParaRPr sz="2600"/>
          </a:p>
        </p:txBody>
      </p:sp>
      <p:sp>
        <p:nvSpPr>
          <p:cNvPr id="450" name="Google Shape;450;p69"/>
          <p:cNvSpPr txBox="1"/>
          <p:nvPr>
            <p:ph idx="1" type="body"/>
          </p:nvPr>
        </p:nvSpPr>
        <p:spPr>
          <a:xfrm>
            <a:off x="228600" y="1152475"/>
            <a:ext cx="8796900" cy="30246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b="1" lang="en">
                <a:solidFill>
                  <a:srgbClr val="38761D"/>
                </a:solidFill>
              </a:rPr>
              <a:t>30th September: 		</a:t>
            </a:r>
            <a:r>
              <a:rPr b="1" lang="en"/>
              <a:t>New TAI subscriptions were created in Salesforce</a:t>
            </a:r>
            <a:endParaRPr b="1">
              <a:solidFill>
                <a:srgbClr val="38761D"/>
              </a:solidFill>
            </a:endParaRPr>
          </a:p>
          <a:p>
            <a:pPr indent="-311150" lvl="0" marL="457200" rtl="0" algn="l">
              <a:lnSpc>
                <a:spcPct val="115000"/>
              </a:lnSpc>
              <a:spcBef>
                <a:spcPts val="1000"/>
              </a:spcBef>
              <a:spcAft>
                <a:spcPts val="0"/>
              </a:spcAft>
              <a:buSzPts val="1300"/>
              <a:buChar char="●"/>
            </a:pPr>
            <a:r>
              <a:rPr b="1" lang="en">
                <a:solidFill>
                  <a:srgbClr val="38761D"/>
                </a:solidFill>
              </a:rPr>
              <a:t>1st October: 			</a:t>
            </a:r>
            <a:r>
              <a:rPr b="1" lang="en"/>
              <a:t>TAI Salesforce quotes were able to be created.</a:t>
            </a:r>
            <a:endParaRPr b="1">
              <a:solidFill>
                <a:srgbClr val="38761D"/>
              </a:solidFill>
            </a:endParaRPr>
          </a:p>
          <a:p>
            <a:pPr indent="-311150" lvl="6" marL="3200400" rtl="0" algn="l">
              <a:lnSpc>
                <a:spcPct val="115000"/>
              </a:lnSpc>
              <a:spcBef>
                <a:spcPts val="0"/>
              </a:spcBef>
              <a:spcAft>
                <a:spcPts val="0"/>
              </a:spcAft>
              <a:buSzPts val="1300"/>
              <a:buChar char="●"/>
            </a:pPr>
            <a:r>
              <a:rPr b="1" lang="en" sz="1300"/>
              <a:t>Quotes blocked from being approved</a:t>
            </a:r>
            <a:endParaRPr b="1" sz="1300"/>
          </a:p>
          <a:p>
            <a:pPr indent="-311150" lvl="0" marL="457200" rtl="0" algn="l">
              <a:lnSpc>
                <a:spcPct val="115000"/>
              </a:lnSpc>
              <a:spcBef>
                <a:spcPts val="1000"/>
              </a:spcBef>
              <a:spcAft>
                <a:spcPts val="0"/>
              </a:spcAft>
              <a:buSzPts val="1300"/>
              <a:buChar char="●"/>
            </a:pPr>
            <a:r>
              <a:rPr b="1" lang="en">
                <a:solidFill>
                  <a:srgbClr val="38761D"/>
                </a:solidFill>
              </a:rPr>
              <a:t>Expected 1st November: 	</a:t>
            </a:r>
            <a:r>
              <a:rPr b="1" lang="en"/>
              <a:t>New legal wording for TAI</a:t>
            </a:r>
            <a:endParaRPr b="1">
              <a:solidFill>
                <a:srgbClr val="38761D"/>
              </a:solidFill>
            </a:endParaRPr>
          </a:p>
          <a:p>
            <a:pPr indent="-285750" lvl="6" marL="3200400" rtl="0" algn="l">
              <a:spcBef>
                <a:spcPts val="0"/>
              </a:spcBef>
              <a:spcAft>
                <a:spcPts val="0"/>
              </a:spcAft>
              <a:buSzPts val="900"/>
              <a:buChar char="●"/>
            </a:pPr>
            <a:r>
              <a:rPr b="1" lang="en" sz="1300"/>
              <a:t>Quotes able to be approved</a:t>
            </a:r>
            <a:endParaRPr b="1"/>
          </a:p>
          <a:p>
            <a:pPr indent="-311150" lvl="0" marL="457200" rtl="0" algn="l">
              <a:lnSpc>
                <a:spcPct val="115000"/>
              </a:lnSpc>
              <a:spcBef>
                <a:spcPts val="1000"/>
              </a:spcBef>
              <a:spcAft>
                <a:spcPts val="0"/>
              </a:spcAft>
              <a:buSzPts val="1300"/>
              <a:buChar char="●"/>
            </a:pPr>
            <a:r>
              <a:rPr b="1" lang="en">
                <a:solidFill>
                  <a:srgbClr val="38761D"/>
                </a:solidFill>
              </a:rPr>
              <a:t>Expected 15th November: 	“</a:t>
            </a:r>
            <a:r>
              <a:rPr b="1" lang="en"/>
              <a:t>TAI - agentic AI” to go-live on Quartz and Opal</a:t>
            </a:r>
            <a:endParaRPr b="1"/>
          </a:p>
          <a:p>
            <a:pPr indent="0" lvl="0" marL="0" rtl="0" algn="l">
              <a:lnSpc>
                <a:spcPct val="115000"/>
              </a:lnSpc>
              <a:spcBef>
                <a:spcPts val="0"/>
              </a:spcBef>
              <a:spcAft>
                <a:spcPts val="0"/>
              </a:spcAft>
              <a:buNone/>
            </a:pPr>
            <a:r>
              <a:t/>
            </a:r>
            <a:endParaRPr b="1"/>
          </a:p>
          <a:p>
            <a:pPr indent="-311150" lvl="0" marL="457200" rtl="0" algn="l">
              <a:lnSpc>
                <a:spcPct val="115000"/>
              </a:lnSpc>
              <a:spcBef>
                <a:spcPts val="0"/>
              </a:spcBef>
              <a:spcAft>
                <a:spcPts val="0"/>
              </a:spcAft>
              <a:buSzPts val="1300"/>
              <a:buChar char="●"/>
            </a:pPr>
            <a:r>
              <a:rPr b="1" lang="en">
                <a:solidFill>
                  <a:srgbClr val="38761D"/>
                </a:solidFill>
              </a:rPr>
              <a:t>Expected 31st December:	“</a:t>
            </a:r>
            <a:r>
              <a:rPr b="1" lang="en"/>
              <a:t>TAI - agentic AI” to go-live on all platforms except: </a:t>
            </a:r>
            <a:endParaRPr b="1"/>
          </a:p>
          <a:p>
            <a:pPr indent="-311150" lvl="6" marL="3200400" rtl="0" algn="l">
              <a:lnSpc>
                <a:spcPct val="115000"/>
              </a:lnSpc>
              <a:spcBef>
                <a:spcPts val="0"/>
              </a:spcBef>
              <a:spcAft>
                <a:spcPts val="0"/>
              </a:spcAft>
              <a:buSzPts val="1300"/>
              <a:buChar char="●"/>
            </a:pPr>
            <a:r>
              <a:rPr b="1" lang="en" sz="1300"/>
              <a:t>China, Saudi Arabia, Canada and UAE</a:t>
            </a:r>
            <a:endParaRPr b="1" sz="1300"/>
          </a:p>
          <a:p>
            <a:pPr indent="0" lvl="0" marL="0" rtl="0" algn="l">
              <a:lnSpc>
                <a:spcPct val="115000"/>
              </a:lnSpc>
              <a:spcBef>
                <a:spcPts val="0"/>
              </a:spcBef>
              <a:spcAft>
                <a:spcPts val="0"/>
              </a:spcAft>
              <a:buNone/>
            </a:pPr>
            <a:r>
              <a:t/>
            </a:r>
            <a:endParaRPr b="1"/>
          </a:p>
          <a:p>
            <a:pPr indent="0" lvl="0" marL="0" rtl="0" algn="l">
              <a:lnSpc>
                <a:spcPct val="115000"/>
              </a:lnSpc>
              <a:spcBef>
                <a:spcPts val="0"/>
              </a:spcBef>
              <a:spcAft>
                <a:spcPts val="0"/>
              </a:spcAft>
              <a:buNone/>
            </a:pPr>
            <a:r>
              <a:t/>
            </a:r>
            <a:endParaRPr b="1" sz="1300"/>
          </a:p>
          <a:p>
            <a:pPr indent="0" lvl="0" marL="0" rtl="0" algn="l">
              <a:lnSpc>
                <a:spcPct val="115000"/>
              </a:lnSpc>
              <a:spcBef>
                <a:spcPts val="0"/>
              </a:spcBef>
              <a:spcAft>
                <a:spcPts val="0"/>
              </a:spcAft>
              <a:buNone/>
            </a:pPr>
            <a:r>
              <a:t/>
            </a:r>
            <a:endParaRPr b="1"/>
          </a:p>
          <a:p>
            <a:pPr indent="0" lvl="0" marL="0" rtl="0" algn="l">
              <a:lnSpc>
                <a:spcPct val="115000"/>
              </a:lnSpc>
              <a:spcBef>
                <a:spcPts val="0"/>
              </a:spcBef>
              <a:spcAft>
                <a:spcPts val="0"/>
              </a:spcAft>
              <a:buNone/>
            </a:pPr>
            <a:r>
              <a:t/>
            </a:r>
            <a:endParaRPr b="1" sz="1100">
              <a:solidFill>
                <a:srgbClr val="000000"/>
              </a:solidFill>
            </a:endParaRPr>
          </a:p>
          <a:p>
            <a:pPr indent="0" lvl="0" marL="0" rtl="0" algn="l">
              <a:lnSpc>
                <a:spcPct val="115000"/>
              </a:lnSpc>
              <a:spcBef>
                <a:spcPts val="0"/>
              </a:spcBef>
              <a:spcAft>
                <a:spcPts val="0"/>
              </a:spcAft>
              <a:buClr>
                <a:schemeClr val="hlink"/>
              </a:buClr>
              <a:buSzPts val="1100"/>
              <a:buFont typeface="Arial"/>
              <a:buNone/>
            </a:pPr>
            <a:r>
              <a:t/>
            </a:r>
            <a:endParaRPr b="1"/>
          </a:p>
          <a:p>
            <a:pPr indent="0" lvl="0" marL="0" rtl="0" algn="l">
              <a:lnSpc>
                <a:spcPct val="115000"/>
              </a:lnSpc>
              <a:spcBef>
                <a:spcPts val="0"/>
              </a:spcBef>
              <a:spcAft>
                <a:spcPts val="1200"/>
              </a:spcAft>
              <a:buSzPts val="13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4" name="Shape 454"/>
        <p:cNvGrpSpPr/>
        <p:nvPr/>
      </p:nvGrpSpPr>
      <p:grpSpPr>
        <a:xfrm>
          <a:off x="0" y="0"/>
          <a:ext cx="0" cy="0"/>
          <a:chOff x="0" y="0"/>
          <a:chExt cx="0" cy="0"/>
        </a:xfrm>
      </p:grpSpPr>
      <p:sp>
        <p:nvSpPr>
          <p:cNvPr id="455" name="Google Shape;455;p70"/>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Quote: Two new SKUs</a:t>
            </a:r>
            <a:endParaRPr sz="2600"/>
          </a:p>
        </p:txBody>
      </p:sp>
      <p:sp>
        <p:nvSpPr>
          <p:cNvPr id="456" name="Google Shape;456;p70"/>
          <p:cNvSpPr txBox="1"/>
          <p:nvPr>
            <p:ph idx="1" type="body"/>
          </p:nvPr>
        </p:nvSpPr>
        <p:spPr>
          <a:xfrm>
            <a:off x="173550" y="3339250"/>
            <a:ext cx="8796900" cy="121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hlink"/>
              </a:buClr>
              <a:buSzPts val="1100"/>
              <a:buFont typeface="Arial"/>
              <a:buNone/>
            </a:pPr>
            <a:r>
              <a:rPr b="1" lang="en"/>
              <a:t>Kyriba Units - 500: </a:t>
            </a:r>
            <a:r>
              <a:rPr lang="en"/>
              <a:t>Drives the number of queries the customer can perform</a:t>
            </a:r>
            <a:endParaRPr/>
          </a:p>
          <a:p>
            <a:pPr indent="-311150" lvl="0" marL="457200" rtl="0" algn="l">
              <a:lnSpc>
                <a:spcPct val="115000"/>
              </a:lnSpc>
              <a:spcBef>
                <a:spcPts val="0"/>
              </a:spcBef>
              <a:spcAft>
                <a:spcPts val="0"/>
              </a:spcAft>
              <a:buSzPts val="1300"/>
              <a:buChar char="●"/>
            </a:pPr>
            <a:r>
              <a:rPr lang="en"/>
              <a:t>1x 500 units is roughly enough for 1 user, assuming roughly 100 average queries a month.</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b="1" lang="en"/>
              <a:t>TAI agents: </a:t>
            </a:r>
            <a:r>
              <a:rPr lang="en"/>
              <a:t>Zero cost and turns on TAI agents functionality/screens in Kyriba.</a:t>
            </a:r>
            <a:br>
              <a:rPr lang="en"/>
            </a:br>
            <a:endParaRPr/>
          </a:p>
          <a:p>
            <a:pPr indent="0" lvl="0" marL="0" rtl="0" algn="l">
              <a:lnSpc>
                <a:spcPct val="115000"/>
              </a:lnSpc>
              <a:spcBef>
                <a:spcPts val="0"/>
              </a:spcBef>
              <a:spcAft>
                <a:spcPts val="0"/>
              </a:spcAft>
              <a:buClr>
                <a:schemeClr val="hlink"/>
              </a:buClr>
              <a:buSzPts val="1100"/>
              <a:buFont typeface="Arial"/>
              <a:buNone/>
            </a:pPr>
            <a:r>
              <a:t/>
            </a:r>
            <a:endParaRPr/>
          </a:p>
          <a:p>
            <a:pPr indent="0" lvl="0" marL="0" rtl="0" algn="l">
              <a:spcBef>
                <a:spcPts val="0"/>
              </a:spcBef>
              <a:spcAft>
                <a:spcPts val="0"/>
              </a:spcAft>
              <a:buClr>
                <a:schemeClr val="hlink"/>
              </a:buClr>
              <a:buSzPts val="1100"/>
              <a:buFont typeface="Arial"/>
              <a:buNone/>
            </a:pPr>
            <a:r>
              <a:t/>
            </a:r>
            <a:endParaRPr b="1">
              <a:solidFill>
                <a:srgbClr val="B45F06"/>
              </a:solidFill>
            </a:endParaRPr>
          </a:p>
          <a:p>
            <a:pPr indent="0" lvl="0" marL="0" rtl="0" algn="l">
              <a:lnSpc>
                <a:spcPct val="115000"/>
              </a:lnSpc>
              <a:spcBef>
                <a:spcPts val="0"/>
              </a:spcBef>
              <a:spcAft>
                <a:spcPts val="1200"/>
              </a:spcAft>
              <a:buSzPts val="1300"/>
              <a:buNone/>
            </a:pPr>
            <a:r>
              <a:t/>
            </a:r>
            <a:endParaRPr/>
          </a:p>
        </p:txBody>
      </p:sp>
      <p:sp>
        <p:nvSpPr>
          <p:cNvPr id="457" name="Google Shape;457;p70"/>
          <p:cNvSpPr/>
          <p:nvPr/>
        </p:nvSpPr>
        <p:spPr>
          <a:xfrm>
            <a:off x="6378325" y="2151100"/>
            <a:ext cx="974400" cy="344700"/>
          </a:xfrm>
          <a:prstGeom prst="rect">
            <a:avLst/>
          </a:prstGeom>
          <a:no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458" name="Google Shape;458;p70"/>
          <p:cNvPicPr preferRelativeResize="0"/>
          <p:nvPr/>
        </p:nvPicPr>
        <p:blipFill>
          <a:blip r:embed="rId3">
            <a:alphaModFix/>
          </a:blip>
          <a:stretch>
            <a:fillRect/>
          </a:stretch>
        </p:blipFill>
        <p:spPr>
          <a:xfrm>
            <a:off x="46775" y="1238921"/>
            <a:ext cx="9144003" cy="177700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2" name="Shape 462"/>
        <p:cNvGrpSpPr/>
        <p:nvPr/>
      </p:nvGrpSpPr>
      <p:grpSpPr>
        <a:xfrm>
          <a:off x="0" y="0"/>
          <a:ext cx="0" cy="0"/>
          <a:chOff x="0" y="0"/>
          <a:chExt cx="0" cy="0"/>
        </a:xfrm>
      </p:grpSpPr>
      <p:sp>
        <p:nvSpPr>
          <p:cNvPr id="463" name="Google Shape;463;p71"/>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Quote: Sales add packages</a:t>
            </a:r>
            <a:endParaRPr sz="2600"/>
          </a:p>
        </p:txBody>
      </p:sp>
      <p:pic>
        <p:nvPicPr>
          <p:cNvPr id="464" name="Google Shape;464;p71"/>
          <p:cNvPicPr preferRelativeResize="0"/>
          <p:nvPr/>
        </p:nvPicPr>
        <p:blipFill>
          <a:blip r:embed="rId3">
            <a:alphaModFix/>
          </a:blip>
          <a:stretch>
            <a:fillRect/>
          </a:stretch>
        </p:blipFill>
        <p:spPr>
          <a:xfrm>
            <a:off x="106950" y="1300350"/>
            <a:ext cx="8839200" cy="1942588"/>
          </a:xfrm>
          <a:prstGeom prst="rect">
            <a:avLst/>
          </a:prstGeom>
          <a:noFill/>
          <a:ln>
            <a:noFill/>
          </a:ln>
        </p:spPr>
      </p:pic>
      <p:sp>
        <p:nvSpPr>
          <p:cNvPr id="465" name="Google Shape;465;p71"/>
          <p:cNvSpPr txBox="1"/>
          <p:nvPr>
            <p:ph idx="1" type="body"/>
          </p:nvPr>
        </p:nvSpPr>
        <p:spPr>
          <a:xfrm>
            <a:off x="173550" y="3731300"/>
            <a:ext cx="8796900" cy="82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hlink"/>
              </a:buClr>
              <a:buSzPts val="1100"/>
              <a:buFont typeface="Arial"/>
              <a:buNone/>
            </a:pPr>
            <a:r>
              <a:rPr b="1" lang="en"/>
              <a:t>A la carte </a:t>
            </a:r>
            <a:r>
              <a:rPr lang="en"/>
              <a:t>is currently </a:t>
            </a:r>
            <a:r>
              <a:rPr b="1" lang="en"/>
              <a:t>NOT</a:t>
            </a:r>
            <a:r>
              <a:rPr lang="en"/>
              <a:t> in scope.</a:t>
            </a:r>
            <a:endParaRPr/>
          </a:p>
          <a:p>
            <a:pPr indent="0" lvl="0" marL="0" rtl="0" algn="l">
              <a:spcBef>
                <a:spcPts val="1200"/>
              </a:spcBef>
              <a:spcAft>
                <a:spcPts val="0"/>
              </a:spcAft>
              <a:buNone/>
            </a:pPr>
            <a:r>
              <a:rPr b="1" lang="en" sz="1400"/>
              <a:t>Please reach out if anyone sees this causing an issue for a customer.</a:t>
            </a:r>
            <a:endParaRPr/>
          </a:p>
          <a:p>
            <a:pPr indent="0" lvl="0" marL="0" rtl="0" algn="l">
              <a:lnSpc>
                <a:spcPct val="115000"/>
              </a:lnSpc>
              <a:spcBef>
                <a:spcPts val="1200"/>
              </a:spcBef>
              <a:spcAft>
                <a:spcPts val="0"/>
              </a:spcAft>
              <a:buClr>
                <a:schemeClr val="hlink"/>
              </a:buClr>
              <a:buSzPts val="1100"/>
              <a:buFont typeface="Arial"/>
              <a:buNone/>
            </a:pPr>
            <a:r>
              <a:t/>
            </a:r>
            <a:endParaRPr/>
          </a:p>
          <a:p>
            <a:pPr indent="0" lvl="0" marL="0" rtl="0" algn="l">
              <a:lnSpc>
                <a:spcPct val="115000"/>
              </a:lnSpc>
              <a:spcBef>
                <a:spcPts val="0"/>
              </a:spcBef>
              <a:spcAft>
                <a:spcPts val="0"/>
              </a:spcAft>
              <a:buClr>
                <a:schemeClr val="hlink"/>
              </a:buClr>
              <a:buSzPts val="1100"/>
              <a:buFont typeface="Arial"/>
              <a:buNone/>
            </a:pPr>
            <a:r>
              <a:t/>
            </a:r>
            <a:endParaRPr/>
          </a:p>
          <a:p>
            <a:pPr indent="0" lvl="0" marL="0" rtl="0" algn="l">
              <a:spcBef>
                <a:spcPts val="0"/>
              </a:spcBef>
              <a:spcAft>
                <a:spcPts val="0"/>
              </a:spcAft>
              <a:buClr>
                <a:schemeClr val="hlink"/>
              </a:buClr>
              <a:buSzPts val="1100"/>
              <a:buFont typeface="Arial"/>
              <a:buNone/>
            </a:pPr>
            <a:r>
              <a:t/>
            </a:r>
            <a:endParaRPr b="1">
              <a:solidFill>
                <a:srgbClr val="B45F06"/>
              </a:solidFill>
            </a:endParaRPr>
          </a:p>
          <a:p>
            <a:pPr indent="0" lvl="0" marL="0" rtl="0" algn="l">
              <a:lnSpc>
                <a:spcPct val="115000"/>
              </a:lnSpc>
              <a:spcBef>
                <a:spcPts val="0"/>
              </a:spcBef>
              <a:spcAft>
                <a:spcPts val="1200"/>
              </a:spcAft>
              <a:buSzPts val="1300"/>
              <a:buNone/>
            </a:pPr>
            <a:r>
              <a:t/>
            </a:r>
            <a:endParaRPr/>
          </a:p>
        </p:txBody>
      </p:sp>
      <p:sp>
        <p:nvSpPr>
          <p:cNvPr id="466" name="Google Shape;466;p71"/>
          <p:cNvSpPr/>
          <p:nvPr/>
        </p:nvSpPr>
        <p:spPr>
          <a:xfrm>
            <a:off x="6378325" y="2151100"/>
            <a:ext cx="974400" cy="344700"/>
          </a:xfrm>
          <a:prstGeom prst="rect">
            <a:avLst/>
          </a:prstGeom>
          <a:no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0" name="Shape 470"/>
        <p:cNvGrpSpPr/>
        <p:nvPr/>
      </p:nvGrpSpPr>
      <p:grpSpPr>
        <a:xfrm>
          <a:off x="0" y="0"/>
          <a:ext cx="0" cy="0"/>
          <a:chOff x="0" y="0"/>
          <a:chExt cx="0" cy="0"/>
        </a:xfrm>
      </p:grpSpPr>
      <p:sp>
        <p:nvSpPr>
          <p:cNvPr id="471" name="Google Shape;471;p72"/>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Quote: Select the cash product</a:t>
            </a:r>
            <a:endParaRPr sz="2600"/>
          </a:p>
        </p:txBody>
      </p:sp>
      <p:pic>
        <p:nvPicPr>
          <p:cNvPr id="472" name="Google Shape;472;p72"/>
          <p:cNvPicPr preferRelativeResize="0"/>
          <p:nvPr/>
        </p:nvPicPr>
        <p:blipFill>
          <a:blip r:embed="rId3">
            <a:alphaModFix/>
          </a:blip>
          <a:stretch>
            <a:fillRect/>
          </a:stretch>
        </p:blipFill>
        <p:spPr>
          <a:xfrm>
            <a:off x="152400" y="1068000"/>
            <a:ext cx="8839204" cy="2900364"/>
          </a:xfrm>
          <a:prstGeom prst="rect">
            <a:avLst/>
          </a:prstGeom>
          <a:noFill/>
          <a:ln>
            <a:noFill/>
          </a:ln>
        </p:spPr>
      </p:pic>
      <p:sp>
        <p:nvSpPr>
          <p:cNvPr id="473" name="Google Shape;473;p72"/>
          <p:cNvSpPr/>
          <p:nvPr/>
        </p:nvSpPr>
        <p:spPr>
          <a:xfrm>
            <a:off x="7419900" y="1203300"/>
            <a:ext cx="537600" cy="295200"/>
          </a:xfrm>
          <a:prstGeom prst="rect">
            <a:avLst/>
          </a:prstGeom>
          <a:no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7" name="Shape 477"/>
        <p:cNvGrpSpPr/>
        <p:nvPr/>
      </p:nvGrpSpPr>
      <p:grpSpPr>
        <a:xfrm>
          <a:off x="0" y="0"/>
          <a:ext cx="0" cy="0"/>
          <a:chOff x="0" y="0"/>
          <a:chExt cx="0" cy="0"/>
        </a:xfrm>
      </p:grpSpPr>
      <p:sp>
        <p:nvSpPr>
          <p:cNvPr id="478" name="Google Shape;478;p73"/>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Quote: Open the package contents</a:t>
            </a:r>
            <a:endParaRPr sz="2600"/>
          </a:p>
        </p:txBody>
      </p:sp>
      <p:pic>
        <p:nvPicPr>
          <p:cNvPr id="479" name="Google Shape;479;p73"/>
          <p:cNvPicPr preferRelativeResize="0"/>
          <p:nvPr/>
        </p:nvPicPr>
        <p:blipFill>
          <a:blip r:embed="rId3">
            <a:alphaModFix/>
          </a:blip>
          <a:stretch>
            <a:fillRect/>
          </a:stretch>
        </p:blipFill>
        <p:spPr>
          <a:xfrm>
            <a:off x="152400" y="1068000"/>
            <a:ext cx="8839198" cy="352230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3" name="Shape 483"/>
        <p:cNvGrpSpPr/>
        <p:nvPr/>
      </p:nvGrpSpPr>
      <p:grpSpPr>
        <a:xfrm>
          <a:off x="0" y="0"/>
          <a:ext cx="0" cy="0"/>
          <a:chOff x="0" y="0"/>
          <a:chExt cx="0" cy="0"/>
        </a:xfrm>
      </p:grpSpPr>
      <p:sp>
        <p:nvSpPr>
          <p:cNvPr id="484" name="Google Shape;484;p74"/>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Quote: Select TAI add-ons</a:t>
            </a:r>
            <a:endParaRPr sz="2600"/>
          </a:p>
        </p:txBody>
      </p:sp>
      <p:pic>
        <p:nvPicPr>
          <p:cNvPr id="485" name="Google Shape;485;p74"/>
          <p:cNvPicPr preferRelativeResize="0"/>
          <p:nvPr/>
        </p:nvPicPr>
        <p:blipFill>
          <a:blip r:embed="rId3">
            <a:alphaModFix/>
          </a:blip>
          <a:stretch>
            <a:fillRect/>
          </a:stretch>
        </p:blipFill>
        <p:spPr>
          <a:xfrm>
            <a:off x="794325" y="962375"/>
            <a:ext cx="7954959" cy="3923100"/>
          </a:xfrm>
          <a:prstGeom prst="rect">
            <a:avLst/>
          </a:prstGeom>
          <a:noFill/>
          <a:ln>
            <a:noFill/>
          </a:ln>
        </p:spPr>
      </p:pic>
      <p:sp>
        <p:nvSpPr>
          <p:cNvPr id="486" name="Google Shape;486;p74"/>
          <p:cNvSpPr/>
          <p:nvPr/>
        </p:nvSpPr>
        <p:spPr>
          <a:xfrm>
            <a:off x="853175" y="4330950"/>
            <a:ext cx="7857600" cy="469800"/>
          </a:xfrm>
          <a:prstGeom prst="rect">
            <a:avLst/>
          </a:prstGeom>
          <a:noFill/>
          <a:ln cap="flat" cmpd="sng" w="3810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87" name="Google Shape;487;p74"/>
          <p:cNvSpPr txBox="1"/>
          <p:nvPr/>
        </p:nvSpPr>
        <p:spPr>
          <a:xfrm>
            <a:off x="2543350" y="3294950"/>
            <a:ext cx="2364600" cy="516000"/>
          </a:xfrm>
          <a:prstGeom prst="rect">
            <a:avLst/>
          </a:prstGeom>
          <a:solidFill>
            <a:srgbClr val="F4F4F4"/>
          </a:solidFill>
          <a:ln cap="flat" cmpd="sng" w="38100">
            <a:solidFill>
              <a:srgbClr val="98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Each package has a minimum but more can be added</a:t>
            </a:r>
            <a:endParaRPr sz="1200">
              <a:solidFill>
                <a:schemeClr val="dk1"/>
              </a:solidFill>
              <a:latin typeface="DM Sans"/>
              <a:ea typeface="DM Sans"/>
              <a:cs typeface="DM Sans"/>
              <a:sym typeface="DM Sans"/>
            </a:endParaRPr>
          </a:p>
        </p:txBody>
      </p:sp>
      <p:cxnSp>
        <p:nvCxnSpPr>
          <p:cNvPr id="488" name="Google Shape;488;p74"/>
          <p:cNvCxnSpPr>
            <a:endCxn id="487" idx="1"/>
          </p:cNvCxnSpPr>
          <p:nvPr/>
        </p:nvCxnSpPr>
        <p:spPr>
          <a:xfrm flipH="1" rot="10800000">
            <a:off x="1446250" y="3552950"/>
            <a:ext cx="1097100" cy="1013700"/>
          </a:xfrm>
          <a:prstGeom prst="straightConnector1">
            <a:avLst/>
          </a:prstGeom>
          <a:noFill/>
          <a:ln cap="flat" cmpd="sng" w="38100">
            <a:solidFill>
              <a:srgbClr val="980000"/>
            </a:solidFill>
            <a:prstDash val="solid"/>
            <a:round/>
            <a:headEnd len="med" w="med" type="stealth"/>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2" name="Shape 492"/>
        <p:cNvGrpSpPr/>
        <p:nvPr/>
      </p:nvGrpSpPr>
      <p:grpSpPr>
        <a:xfrm>
          <a:off x="0" y="0"/>
          <a:ext cx="0" cy="0"/>
          <a:chOff x="0" y="0"/>
          <a:chExt cx="0" cy="0"/>
        </a:xfrm>
      </p:grpSpPr>
      <p:sp>
        <p:nvSpPr>
          <p:cNvPr id="493" name="Google Shape;493;p75"/>
          <p:cNvSpPr txBox="1"/>
          <p:nvPr>
            <p:ph type="title"/>
          </p:nvPr>
        </p:nvSpPr>
        <p:spPr>
          <a:xfrm>
            <a:off x="228600" y="342900"/>
            <a:ext cx="8595900" cy="5727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000"/>
              <a:buNone/>
            </a:pPr>
            <a:r>
              <a:rPr lang="en" sz="2600"/>
              <a:t>List of cash management modules with TAI </a:t>
            </a:r>
            <a:endParaRPr sz="2600"/>
          </a:p>
        </p:txBody>
      </p:sp>
      <p:graphicFrame>
        <p:nvGraphicFramePr>
          <p:cNvPr id="494" name="Google Shape;494;p75"/>
          <p:cNvGraphicFramePr/>
          <p:nvPr/>
        </p:nvGraphicFramePr>
        <p:xfrm>
          <a:off x="1446350" y="915588"/>
          <a:ext cx="3000000" cy="3000000"/>
        </p:xfrm>
        <a:graphic>
          <a:graphicData uri="http://schemas.openxmlformats.org/drawingml/2006/table">
            <a:tbl>
              <a:tblPr>
                <a:noFill/>
                <a:tableStyleId>{B183EC92-06DA-41B9-9D50-5586B764AE46}</a:tableStyleId>
              </a:tblPr>
              <a:tblGrid>
                <a:gridCol w="3503175"/>
                <a:gridCol w="2223950"/>
              </a:tblGrid>
              <a:tr h="203300">
                <a:tc>
                  <a:txBody>
                    <a:bodyPr/>
                    <a:lstStyle/>
                    <a:p>
                      <a:pPr indent="0" lvl="0" marL="0" rtl="0" algn="l">
                        <a:lnSpc>
                          <a:spcPct val="115000"/>
                        </a:lnSpc>
                        <a:spcBef>
                          <a:spcPts val="0"/>
                        </a:spcBef>
                        <a:spcAft>
                          <a:spcPts val="0"/>
                        </a:spcAft>
                        <a:buNone/>
                      </a:pPr>
                      <a:r>
                        <a:rPr b="1" lang="en" sz="1000">
                          <a:solidFill>
                            <a:schemeClr val="accent5"/>
                          </a:solidFill>
                        </a:rPr>
                        <a:t>Package</a:t>
                      </a:r>
                      <a:endParaRPr b="1" sz="1000">
                        <a:solidFill>
                          <a:schemeClr val="accent5"/>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b="1" lang="en" sz="1000">
                          <a:solidFill>
                            <a:schemeClr val="accent5"/>
                          </a:solidFill>
                        </a:rPr>
                        <a:t>Min add-on quantity </a:t>
                      </a:r>
                      <a:endParaRPr b="1" sz="1000">
                        <a:solidFill>
                          <a:schemeClr val="accent5"/>
                        </a:solidFill>
                      </a:endParaRPr>
                    </a:p>
                    <a:p>
                      <a:pPr indent="0" lvl="0" marL="0" rtl="0" algn="ctr">
                        <a:lnSpc>
                          <a:spcPct val="115000"/>
                        </a:lnSpc>
                        <a:spcBef>
                          <a:spcPts val="0"/>
                        </a:spcBef>
                        <a:spcAft>
                          <a:spcPts val="0"/>
                        </a:spcAft>
                        <a:buNone/>
                      </a:pPr>
                      <a:r>
                        <a:rPr b="1" lang="en" sz="1100" u="sng">
                          <a:solidFill>
                            <a:schemeClr val="accent5"/>
                          </a:solidFill>
                          <a:latin typeface="DM Sans"/>
                          <a:ea typeface="DM Sans"/>
                          <a:cs typeface="DM Sans"/>
                          <a:sym typeface="DM Sans"/>
                          <a:hlinkClick r:id="rId3">
                            <a:extLst>
                              <a:ext uri="{A12FA001-AC4F-418D-AE19-62706E023703}">
                                <ahyp:hlinkClr val="tx"/>
                              </a:ext>
                            </a:extLst>
                          </a:hlinkClick>
                        </a:rPr>
                        <a:t>PC01-0021 Kyriba Units - 500</a:t>
                      </a:r>
                      <a:endParaRPr b="1" sz="1000">
                        <a:solidFill>
                          <a:schemeClr val="accent5"/>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dk1"/>
                    </a:solidFill>
                  </a:tcPr>
                </a:tc>
              </a:tr>
              <a:tr h="323425">
                <a:tc>
                  <a:txBody>
                    <a:bodyPr/>
                    <a:lstStyle/>
                    <a:p>
                      <a:pPr indent="0" lvl="0" marL="0" rtl="0" algn="l">
                        <a:lnSpc>
                          <a:spcPct val="115000"/>
                        </a:lnSpc>
                        <a:spcBef>
                          <a:spcPts val="0"/>
                        </a:spcBef>
                        <a:spcAft>
                          <a:spcPts val="0"/>
                        </a:spcAft>
                        <a:buNone/>
                      </a:pPr>
                      <a:r>
                        <a:rPr lang="en" sz="1000"/>
                        <a:t>PC30-0001 Cash Management - Standard Package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r>
              <a:tr h="203300">
                <a:tc>
                  <a:txBody>
                    <a:bodyPr/>
                    <a:lstStyle/>
                    <a:p>
                      <a:pPr indent="0" lvl="0" marL="0" rtl="0" algn="l">
                        <a:lnSpc>
                          <a:spcPct val="115000"/>
                        </a:lnSpc>
                        <a:spcBef>
                          <a:spcPts val="0"/>
                        </a:spcBef>
                        <a:spcAft>
                          <a:spcPts val="0"/>
                        </a:spcAft>
                        <a:buNone/>
                      </a:pPr>
                      <a:r>
                        <a:rPr lang="en" sz="1000"/>
                        <a:t>PC30-0002 Cash Management - Premium Package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 sz="1000"/>
                        <a:t>10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r>
              <a:tr h="203300">
                <a:tc>
                  <a:txBody>
                    <a:bodyPr/>
                    <a:lstStyle/>
                    <a:p>
                      <a:pPr indent="0" lvl="0" marL="0" rtl="0" algn="l">
                        <a:lnSpc>
                          <a:spcPct val="115000"/>
                        </a:lnSpc>
                        <a:spcBef>
                          <a:spcPts val="0"/>
                        </a:spcBef>
                        <a:spcAft>
                          <a:spcPts val="0"/>
                        </a:spcAft>
                        <a:buNone/>
                      </a:pPr>
                      <a:r>
                        <a:rPr lang="en" sz="1000"/>
                        <a:t>PC30-0003 Cash Management - Elite Package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 sz="1000"/>
                        <a:t>25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r>
              <a:tr h="203300">
                <a:tc>
                  <a:txBody>
                    <a:bodyPr/>
                    <a:lstStyle/>
                    <a:p>
                      <a:pPr indent="0" lvl="0" marL="0" rtl="0" algn="l">
                        <a:lnSpc>
                          <a:spcPct val="115000"/>
                        </a:lnSpc>
                        <a:spcBef>
                          <a:spcPts val="0"/>
                        </a:spcBef>
                        <a:spcAft>
                          <a:spcPts val="0"/>
                        </a:spcAft>
                        <a:buNone/>
                      </a:pPr>
                      <a:r>
                        <a:rPr lang="en" sz="1000"/>
                        <a:t>PC01-0000 Cash And Liquidity Management</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r>
              <a:tr h="203300">
                <a:tc>
                  <a:txBody>
                    <a:bodyPr/>
                    <a:lstStyle/>
                    <a:p>
                      <a:pPr indent="0" lvl="0" marL="0" rtl="0" algn="l">
                        <a:lnSpc>
                          <a:spcPct val="115000"/>
                        </a:lnSpc>
                        <a:spcBef>
                          <a:spcPts val="0"/>
                        </a:spcBef>
                        <a:spcAft>
                          <a:spcPts val="0"/>
                        </a:spcAft>
                        <a:buNone/>
                      </a:pPr>
                      <a:r>
                        <a:rPr lang="en" sz="1000"/>
                        <a:t>PC2000-0000 Cash Bundle 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r>
              <a:tr h="203300">
                <a:tc>
                  <a:txBody>
                    <a:bodyPr/>
                    <a:lstStyle/>
                    <a:p>
                      <a:pPr indent="0" lvl="0" marL="0" rtl="0" algn="l">
                        <a:lnSpc>
                          <a:spcPct val="115000"/>
                        </a:lnSpc>
                        <a:spcBef>
                          <a:spcPts val="0"/>
                        </a:spcBef>
                        <a:spcAft>
                          <a:spcPts val="0"/>
                        </a:spcAft>
                        <a:buNone/>
                      </a:pPr>
                      <a:r>
                        <a:rPr lang="en" sz="1000"/>
                        <a:t>PC2001-0000 Cash Bundle 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r>
              <a:tr h="203300">
                <a:tc>
                  <a:txBody>
                    <a:bodyPr/>
                    <a:lstStyle/>
                    <a:p>
                      <a:pPr indent="0" lvl="0" marL="0" rtl="0" algn="l">
                        <a:lnSpc>
                          <a:spcPct val="115000"/>
                        </a:lnSpc>
                        <a:spcBef>
                          <a:spcPts val="0"/>
                        </a:spcBef>
                        <a:spcAft>
                          <a:spcPts val="0"/>
                        </a:spcAft>
                        <a:buNone/>
                      </a:pPr>
                      <a:r>
                        <a:rPr lang="en" sz="1000"/>
                        <a:t>PC31-0001 Cash &amp; Liquidity Core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r>
              <a:tr h="203300">
                <a:tc>
                  <a:txBody>
                    <a:bodyPr/>
                    <a:lstStyle/>
                    <a:p>
                      <a:pPr indent="0" lvl="0" marL="0" rtl="0" algn="l">
                        <a:lnSpc>
                          <a:spcPct val="115000"/>
                        </a:lnSpc>
                        <a:spcBef>
                          <a:spcPts val="0"/>
                        </a:spcBef>
                        <a:spcAft>
                          <a:spcPts val="0"/>
                        </a:spcAft>
                        <a:buNone/>
                      </a:pPr>
                      <a:r>
                        <a:rPr lang="en" sz="1000"/>
                        <a:t>PC31-0002 Cash &amp; Liquidity Core Extensions</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r>
              <a:tr h="203300">
                <a:tc>
                  <a:txBody>
                    <a:bodyPr/>
                    <a:lstStyle/>
                    <a:p>
                      <a:pPr indent="0" lvl="0" marL="0" rtl="0" algn="l">
                        <a:lnSpc>
                          <a:spcPct val="115000"/>
                        </a:lnSpc>
                        <a:spcBef>
                          <a:spcPts val="0"/>
                        </a:spcBef>
                        <a:spcAft>
                          <a:spcPts val="0"/>
                        </a:spcAft>
                        <a:buNone/>
                      </a:pPr>
                      <a:r>
                        <a:rPr lang="en" sz="1000"/>
                        <a:t>PC31-0003 Cash &amp; Liquidity Options</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r>
              <a:tr h="203300">
                <a:tc>
                  <a:txBody>
                    <a:bodyPr/>
                    <a:lstStyle/>
                    <a:p>
                      <a:pPr indent="0" lvl="0" marL="0" rtl="0" algn="l">
                        <a:lnSpc>
                          <a:spcPct val="115000"/>
                        </a:lnSpc>
                        <a:spcBef>
                          <a:spcPts val="0"/>
                        </a:spcBef>
                        <a:spcAft>
                          <a:spcPts val="0"/>
                        </a:spcAft>
                        <a:buNone/>
                      </a:pPr>
                      <a:r>
                        <a:rPr lang="en" sz="1000"/>
                        <a:t>PC32-0001 Cash &amp; Liquidity Core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r>
              <a:tr h="203300">
                <a:tc>
                  <a:txBody>
                    <a:bodyPr/>
                    <a:lstStyle/>
                    <a:p>
                      <a:pPr indent="0" lvl="0" marL="0" rtl="0" algn="l">
                        <a:lnSpc>
                          <a:spcPct val="115000"/>
                        </a:lnSpc>
                        <a:spcBef>
                          <a:spcPts val="0"/>
                        </a:spcBef>
                        <a:spcAft>
                          <a:spcPts val="0"/>
                        </a:spcAft>
                        <a:buNone/>
                      </a:pPr>
                      <a:r>
                        <a:rPr lang="en" sz="1000"/>
                        <a:t>PC33-0001 Cash &amp; Liquidity Core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r>
              <a:tr h="203300">
                <a:tc>
                  <a:txBody>
                    <a:bodyPr/>
                    <a:lstStyle/>
                    <a:p>
                      <a:pPr indent="0" lvl="0" marL="0" rtl="0" algn="l">
                        <a:lnSpc>
                          <a:spcPct val="115000"/>
                        </a:lnSpc>
                        <a:spcBef>
                          <a:spcPts val="0"/>
                        </a:spcBef>
                        <a:spcAft>
                          <a:spcPts val="0"/>
                        </a:spcAft>
                        <a:buNone/>
                      </a:pPr>
                      <a:r>
                        <a:rPr lang="en" sz="1000"/>
                        <a:t>PC34-0001 Cash &amp; Liquidity Core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r>
              <a:tr h="203300">
                <a:tc>
                  <a:txBody>
                    <a:bodyPr/>
                    <a:lstStyle/>
                    <a:p>
                      <a:pPr indent="0" lvl="0" marL="0" rtl="0" algn="l">
                        <a:lnSpc>
                          <a:spcPct val="115000"/>
                        </a:lnSpc>
                        <a:spcBef>
                          <a:spcPts val="0"/>
                        </a:spcBef>
                        <a:spcAft>
                          <a:spcPts val="0"/>
                        </a:spcAft>
                        <a:buNone/>
                      </a:pPr>
                      <a:r>
                        <a:rPr lang="en" sz="1000"/>
                        <a:t>PC35-0001 Cash &amp; Liquidity Core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r>
              <a:tr h="203300">
                <a:tc>
                  <a:txBody>
                    <a:bodyPr/>
                    <a:lstStyle/>
                    <a:p>
                      <a:pPr indent="0" lvl="0" marL="0" rtl="0" algn="l">
                        <a:lnSpc>
                          <a:spcPct val="115000"/>
                        </a:lnSpc>
                        <a:spcBef>
                          <a:spcPts val="0"/>
                        </a:spcBef>
                        <a:spcAft>
                          <a:spcPts val="0"/>
                        </a:spcAft>
                        <a:buNone/>
                      </a:pPr>
                      <a:r>
                        <a:rPr lang="en" sz="1000"/>
                        <a:t>PC36-0001 Cash &amp; Liquidity Core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r>
              <a:tr h="203300">
                <a:tc>
                  <a:txBody>
                    <a:bodyPr/>
                    <a:lstStyle/>
                    <a:p>
                      <a:pPr indent="0" lvl="0" marL="0" rtl="0" algn="l">
                        <a:lnSpc>
                          <a:spcPct val="115000"/>
                        </a:lnSpc>
                        <a:spcBef>
                          <a:spcPts val="0"/>
                        </a:spcBef>
                        <a:spcAft>
                          <a:spcPts val="0"/>
                        </a:spcAft>
                        <a:buNone/>
                      </a:pPr>
                      <a:r>
                        <a:rPr lang="en" sz="1000"/>
                        <a:t>PC37-0001 Cash &amp; Liquidity Core</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r>
              <a:tr h="203300">
                <a:tc>
                  <a:txBody>
                    <a:bodyPr/>
                    <a:lstStyle/>
                    <a:p>
                      <a:pPr indent="0" lvl="0" marL="0" rtl="0" algn="l">
                        <a:lnSpc>
                          <a:spcPct val="115000"/>
                        </a:lnSpc>
                        <a:spcBef>
                          <a:spcPts val="0"/>
                        </a:spcBef>
                        <a:spcAft>
                          <a:spcPts val="0"/>
                        </a:spcAft>
                        <a:buNone/>
                      </a:pPr>
                      <a:r>
                        <a:rPr lang="en" sz="1000"/>
                        <a:t>PC1000-0001 DDA0130 - LQM Cash Pos Fore Std</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r>
              <a:tr h="188500">
                <a:tc>
                  <a:txBody>
                    <a:bodyPr/>
                    <a:lstStyle/>
                    <a:p>
                      <a:pPr indent="0" lvl="0" marL="0" rtl="0" algn="l">
                        <a:lnSpc>
                          <a:spcPct val="115000"/>
                        </a:lnSpc>
                        <a:spcBef>
                          <a:spcPts val="0"/>
                        </a:spcBef>
                        <a:spcAft>
                          <a:spcPts val="0"/>
                        </a:spcAft>
                        <a:buNone/>
                      </a:pPr>
                      <a:r>
                        <a:rPr lang="en" sz="1000"/>
                        <a:t>PC1100-0001 DDA0140 - LQM Cash Pos, Fore and ICL</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F4F4"/>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6"/>
          <p:cNvSpPr txBox="1"/>
          <p:nvPr>
            <p:ph type="title"/>
          </p:nvPr>
        </p:nvSpPr>
        <p:spPr>
          <a:xfrm>
            <a:off x="228600" y="342900"/>
            <a:ext cx="5260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We Monitor Kyriba Units</a:t>
            </a:r>
            <a:endParaRPr/>
          </a:p>
        </p:txBody>
      </p:sp>
      <p:grpSp>
        <p:nvGrpSpPr>
          <p:cNvPr id="500" name="Google Shape;500;p76"/>
          <p:cNvGrpSpPr/>
          <p:nvPr/>
        </p:nvGrpSpPr>
        <p:grpSpPr>
          <a:xfrm>
            <a:off x="5575090" y="796824"/>
            <a:ext cx="3084237" cy="4080068"/>
            <a:chOff x="5488800" y="796825"/>
            <a:chExt cx="2855775" cy="3777841"/>
          </a:xfrm>
        </p:grpSpPr>
        <p:pic>
          <p:nvPicPr>
            <p:cNvPr id="501" name="Google Shape;501;p76" title="image (5).png"/>
            <p:cNvPicPr preferRelativeResize="0"/>
            <p:nvPr/>
          </p:nvPicPr>
          <p:blipFill rotWithShape="1">
            <a:blip r:embed="rId3">
              <a:alphaModFix/>
            </a:blip>
            <a:srcRect b="4260" l="0" r="2629" t="0"/>
            <a:stretch/>
          </p:blipFill>
          <p:spPr>
            <a:xfrm>
              <a:off x="5488800" y="2501100"/>
              <a:ext cx="2855775" cy="2073566"/>
            </a:xfrm>
            <a:prstGeom prst="rect">
              <a:avLst/>
            </a:prstGeom>
            <a:noFill/>
            <a:ln>
              <a:noFill/>
            </a:ln>
          </p:spPr>
        </p:pic>
        <p:pic>
          <p:nvPicPr>
            <p:cNvPr id="502" name="Google Shape;502;p76" title="image (4).png"/>
            <p:cNvPicPr preferRelativeResize="0"/>
            <p:nvPr/>
          </p:nvPicPr>
          <p:blipFill>
            <a:blip r:embed="rId4">
              <a:alphaModFix/>
            </a:blip>
            <a:stretch>
              <a:fillRect/>
            </a:stretch>
          </p:blipFill>
          <p:spPr>
            <a:xfrm>
              <a:off x="5488800" y="796825"/>
              <a:ext cx="2855775" cy="2632599"/>
            </a:xfrm>
            <a:prstGeom prst="rect">
              <a:avLst/>
            </a:prstGeom>
            <a:noFill/>
            <a:ln>
              <a:noFill/>
            </a:ln>
          </p:spPr>
        </p:pic>
      </p:grpSp>
      <p:pic>
        <p:nvPicPr>
          <p:cNvPr id="503" name="Google Shape;503;p76" title="image.png"/>
          <p:cNvPicPr preferRelativeResize="0"/>
          <p:nvPr/>
        </p:nvPicPr>
        <p:blipFill>
          <a:blip r:embed="rId5">
            <a:alphaModFix/>
          </a:blip>
          <a:stretch>
            <a:fillRect/>
          </a:stretch>
        </p:blipFill>
        <p:spPr>
          <a:xfrm>
            <a:off x="204200" y="2943150"/>
            <a:ext cx="4927503" cy="1857438"/>
          </a:xfrm>
          <a:prstGeom prst="rect">
            <a:avLst/>
          </a:prstGeom>
          <a:noFill/>
          <a:ln>
            <a:noFill/>
          </a:ln>
          <a:effectLst>
            <a:outerShdw blurRad="57150" rotWithShape="0" algn="bl" dir="5400000" dist="19050">
              <a:srgbClr val="000000">
                <a:alpha val="50000"/>
              </a:srgbClr>
            </a:outerShdw>
          </a:effectLst>
        </p:spPr>
      </p:pic>
      <p:pic>
        <p:nvPicPr>
          <p:cNvPr id="504" name="Google Shape;504;p76" title="Screenshot 2025-10-16 at 16.35.19.png"/>
          <p:cNvPicPr preferRelativeResize="0"/>
          <p:nvPr/>
        </p:nvPicPr>
        <p:blipFill>
          <a:blip r:embed="rId6">
            <a:alphaModFix/>
          </a:blip>
          <a:stretch>
            <a:fillRect/>
          </a:stretch>
        </p:blipFill>
        <p:spPr>
          <a:xfrm>
            <a:off x="204200" y="796826"/>
            <a:ext cx="4927501" cy="2047306"/>
          </a:xfrm>
          <a:prstGeom prst="rect">
            <a:avLst/>
          </a:prstGeom>
          <a:noFill/>
          <a:ln>
            <a:noFill/>
          </a:ln>
          <a:effectLst>
            <a:outerShdw blurRad="57150" rotWithShape="0" algn="bl" dir="5400000" dist="19050">
              <a:srgbClr val="000000">
                <a:alpha val="50000"/>
              </a:srgbClr>
            </a:outerShdw>
          </a:effectLst>
        </p:spPr>
      </p:pic>
      <p:sp>
        <p:nvSpPr>
          <p:cNvPr id="505" name="Google Shape;505;p76"/>
          <p:cNvSpPr/>
          <p:nvPr/>
        </p:nvSpPr>
        <p:spPr>
          <a:xfrm>
            <a:off x="4804600" y="685850"/>
            <a:ext cx="457200" cy="4572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DM Mono Medium"/>
                <a:ea typeface="DM Mono Medium"/>
                <a:cs typeface="DM Mono Medium"/>
                <a:sym typeface="DM Mono Medium"/>
              </a:rPr>
              <a:t>1</a:t>
            </a:r>
            <a:endParaRPr sz="2100">
              <a:solidFill>
                <a:schemeClr val="lt1"/>
              </a:solidFill>
              <a:latin typeface="DM Mono Medium"/>
              <a:ea typeface="DM Mono Medium"/>
              <a:cs typeface="DM Mono Medium"/>
              <a:sym typeface="DM Mono Medium"/>
            </a:endParaRPr>
          </a:p>
        </p:txBody>
      </p:sp>
      <p:sp>
        <p:nvSpPr>
          <p:cNvPr id="506" name="Google Shape;506;p76"/>
          <p:cNvSpPr/>
          <p:nvPr/>
        </p:nvSpPr>
        <p:spPr>
          <a:xfrm>
            <a:off x="8357225" y="642650"/>
            <a:ext cx="457200" cy="4572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DM Mono Medium"/>
                <a:ea typeface="DM Mono Medium"/>
                <a:cs typeface="DM Mono Medium"/>
                <a:sym typeface="DM Mono Medium"/>
              </a:rPr>
              <a:t>2</a:t>
            </a:r>
            <a:endParaRPr sz="2100">
              <a:solidFill>
                <a:schemeClr val="lt1"/>
              </a:solidFill>
              <a:latin typeface="DM Mono Medium"/>
              <a:ea typeface="DM Mono Medium"/>
              <a:cs typeface="DM Mono Medium"/>
              <a:sym typeface="DM Mono Medium"/>
            </a:endParaRPr>
          </a:p>
        </p:txBody>
      </p:sp>
      <p:sp>
        <p:nvSpPr>
          <p:cNvPr id="507" name="Google Shape;507;p76"/>
          <p:cNvSpPr/>
          <p:nvPr/>
        </p:nvSpPr>
        <p:spPr>
          <a:xfrm>
            <a:off x="4856250" y="2918000"/>
            <a:ext cx="457200" cy="4572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DM Mono Medium"/>
                <a:ea typeface="DM Mono Medium"/>
                <a:cs typeface="DM Mono Medium"/>
                <a:sym typeface="DM Mono Medium"/>
              </a:rPr>
              <a:t>3</a:t>
            </a:r>
            <a:endParaRPr sz="2100">
              <a:solidFill>
                <a:schemeClr val="lt1"/>
              </a:solidFill>
              <a:latin typeface="DM Mono Medium"/>
              <a:ea typeface="DM Mono Medium"/>
              <a:cs typeface="DM Mono Medium"/>
              <a:sym typeface="DM Mono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11" name="Shape 511"/>
        <p:cNvGrpSpPr/>
        <p:nvPr/>
      </p:nvGrpSpPr>
      <p:grpSpPr>
        <a:xfrm>
          <a:off x="0" y="0"/>
          <a:ext cx="0" cy="0"/>
          <a:chOff x="0" y="0"/>
          <a:chExt cx="0" cy="0"/>
        </a:xfrm>
      </p:grpSpPr>
      <p:sp>
        <p:nvSpPr>
          <p:cNvPr id="512" name="Google Shape;512;p77"/>
          <p:cNvSpPr txBox="1"/>
          <p:nvPr>
            <p:ph idx="4294967295" type="ctrTitle"/>
          </p:nvPr>
        </p:nvSpPr>
        <p:spPr>
          <a:xfrm>
            <a:off x="228600" y="342900"/>
            <a:ext cx="5260200" cy="20526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chemeClr val="dk1"/>
              </a:buClr>
              <a:buSzPts val="2800"/>
              <a:buFont typeface="DM Mono Medium"/>
              <a:buNone/>
            </a:pPr>
            <a:r>
              <a:rPr b="0" i="0" lang="en" sz="2800" u="none" cap="none" strike="noStrike">
                <a:solidFill>
                  <a:schemeClr val="dk1"/>
                </a:solidFill>
                <a:latin typeface="DM Mono Medium"/>
                <a:ea typeface="DM Mono Medium"/>
                <a:cs typeface="DM Mono Medium"/>
                <a:sym typeface="DM Mono Medium"/>
              </a:rPr>
              <a:t>Thank you.</a:t>
            </a:r>
            <a:endParaRPr b="0" i="0" sz="2800" u="none" cap="none" strike="noStrike">
              <a:solidFill>
                <a:schemeClr val="dk1"/>
              </a:solidFill>
              <a:latin typeface="DM Mono Medium"/>
              <a:ea typeface="DM Mono Medium"/>
              <a:cs typeface="DM Mono Medium"/>
              <a:sym typeface="DM Mono Medium"/>
            </a:endParaRPr>
          </a:p>
        </p:txBody>
      </p:sp>
      <p:sp>
        <p:nvSpPr>
          <p:cNvPr id="513" name="Google Shape;513;p77"/>
          <p:cNvSpPr txBox="1"/>
          <p:nvPr>
            <p:ph idx="4294967295" type="subTitle"/>
          </p:nvPr>
        </p:nvSpPr>
        <p:spPr>
          <a:xfrm>
            <a:off x="228600" y="2395500"/>
            <a:ext cx="5260200" cy="792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200"/>
              </a:spcAft>
              <a:buClr>
                <a:schemeClr val="dk1"/>
              </a:buClr>
              <a:buSzPts val="1200"/>
              <a:buFont typeface="DM Sans"/>
              <a:buNone/>
            </a:pPr>
            <a:r>
              <a:rPr b="0" i="0" lang="en" sz="1200" u="none" cap="none" strike="noStrike">
                <a:solidFill>
                  <a:schemeClr val="dk1"/>
                </a:solidFill>
                <a:latin typeface="DM Sans"/>
                <a:ea typeface="DM Sans"/>
                <a:cs typeface="DM Sans"/>
                <a:sym typeface="DM Sans"/>
              </a:rPr>
              <a:t>Subtitle goes here</a:t>
            </a:r>
            <a:endParaRPr b="0" i="0" sz="1200" u="none" cap="none" strike="noStrike">
              <a:solidFill>
                <a:schemeClr val="dk1"/>
              </a:solidFill>
              <a:latin typeface="DM Sans"/>
              <a:ea typeface="DM Sans"/>
              <a:cs typeface="DM Sans"/>
              <a:sym typeface="DM Sans"/>
            </a:endParaRPr>
          </a:p>
        </p:txBody>
      </p:sp>
      <p:sp>
        <p:nvSpPr>
          <p:cNvPr id="514" name="Google Shape;514;p77"/>
          <p:cNvSpPr txBox="1"/>
          <p:nvPr/>
        </p:nvSpPr>
        <p:spPr>
          <a:xfrm>
            <a:off x="389475" y="2075400"/>
            <a:ext cx="6045300" cy="992700"/>
          </a:xfrm>
          <a:prstGeom prst="rect">
            <a:avLst/>
          </a:prstGeom>
          <a:noFill/>
          <a:ln>
            <a:noFill/>
          </a:ln>
        </p:spPr>
        <p:txBody>
          <a:bodyPr anchorCtr="0" anchor="t" bIns="91425" lIns="91425" spcFirstLastPara="1" rIns="91425" wrap="square" tIns="91425">
            <a:spAutoFit/>
          </a:bodyPr>
          <a:lstStyle/>
          <a:p>
            <a:pPr indent="0" lvl="0" marL="0" marR="0" rtl="0" algn="l">
              <a:lnSpc>
                <a:spcPct val="70000"/>
              </a:lnSpc>
              <a:spcBef>
                <a:spcPts val="0"/>
              </a:spcBef>
              <a:spcAft>
                <a:spcPts val="0"/>
              </a:spcAft>
              <a:buClr>
                <a:srgbClr val="000000"/>
              </a:buClr>
              <a:buSzPts val="7500"/>
              <a:buFont typeface="Arial"/>
              <a:buNone/>
            </a:pPr>
            <a:r>
              <a:rPr lang="en" sz="7500">
                <a:solidFill>
                  <a:srgbClr val="F9F9F9"/>
                </a:solidFill>
                <a:latin typeface="DM Mono Medium"/>
                <a:ea typeface="DM Mono Medium"/>
                <a:cs typeface="DM Mono Medium"/>
                <a:sym typeface="DM Mono Medium"/>
              </a:rPr>
              <a:t>Questions?</a:t>
            </a:r>
            <a:endParaRPr b="0" i="0" sz="7500" u="none" cap="none" strike="noStrike">
              <a:solidFill>
                <a:srgbClr val="F9F9F9"/>
              </a:solidFill>
              <a:latin typeface="DM Mono Medium"/>
              <a:ea typeface="DM Mono Medium"/>
              <a:cs typeface="DM Mono Medium"/>
              <a:sym typeface="DM Mono Medium"/>
            </a:endParaRPr>
          </a:p>
        </p:txBody>
      </p:sp>
    </p:spTree>
  </p:cSld>
  <p:clrMapOvr>
    <a:masterClrMapping/>
  </p:clrMapOvr>
</p:sld>
</file>

<file path=ppt/theme/theme1.xml><?xml version="1.0" encoding="utf-8"?>
<a:theme xmlns:a="http://schemas.openxmlformats.org/drawingml/2006/main" xmlns:r="http://schemas.openxmlformats.org/officeDocument/2006/relationships" name="Kyriba Presentation Template">
  <a:themeElements>
    <a:clrScheme name="Simple Light">
      <a:dk1>
        <a:srgbClr val="1A252A"/>
      </a:dk1>
      <a:lt1>
        <a:srgbClr val="F4F4F4"/>
      </a:lt1>
      <a:dk2>
        <a:srgbClr val="545F64"/>
      </a:dk2>
      <a:lt2>
        <a:srgbClr val="D4DFE4"/>
      </a:lt2>
      <a:accent1>
        <a:srgbClr val="E6FF00"/>
      </a:accent1>
      <a:accent2>
        <a:srgbClr val="FF288F"/>
      </a:accent2>
      <a:accent3>
        <a:srgbClr val="C2C3BC"/>
      </a:accent3>
      <a:accent4>
        <a:srgbClr val="D7D8CE"/>
      </a:accent4>
      <a:accent5>
        <a:srgbClr val="ECEDE5"/>
      </a:accent5>
      <a:accent6>
        <a:srgbClr val="EFDFE5"/>
      </a:accent6>
      <a:hlink>
        <a:srgbClr val="C6DCE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Kyriba Presentation Template">
  <a:themeElements>
    <a:clrScheme name="Simple Light">
      <a:dk1>
        <a:srgbClr val="1A252A"/>
      </a:dk1>
      <a:lt1>
        <a:srgbClr val="F4F4F4"/>
      </a:lt1>
      <a:dk2>
        <a:srgbClr val="545F64"/>
      </a:dk2>
      <a:lt2>
        <a:srgbClr val="D4DFE4"/>
      </a:lt2>
      <a:accent1>
        <a:srgbClr val="E6FF00"/>
      </a:accent1>
      <a:accent2>
        <a:srgbClr val="FF288F"/>
      </a:accent2>
      <a:accent3>
        <a:srgbClr val="C2C3BC"/>
      </a:accent3>
      <a:accent4>
        <a:srgbClr val="D7D8CE"/>
      </a:accent4>
      <a:accent5>
        <a:srgbClr val="ECEDE5"/>
      </a:accent5>
      <a:accent6>
        <a:srgbClr val="EFDFE5"/>
      </a:accent6>
      <a:hlink>
        <a:srgbClr val="C6DCE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